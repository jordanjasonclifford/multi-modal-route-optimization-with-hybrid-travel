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56" r:id="rId2"/>
  </p:sldIdLst>
  <p:sldSz cx="43891200" cy="32918400"/>
  <p:notesSz cx="6858000" cy="9144000"/>
  <p:embeddedFontLst>
    <p:embeddedFont>
      <p:font typeface="Domine" panose="020B0604020202020204" charset="0"/>
      <p:regular r:id="rId4"/>
      <p:bold r:id="rId5"/>
    </p:embeddedFont>
    <p:embeddedFont>
      <p:font typeface="Montserrat SemiBold" panose="00000700000000000000" pitchFamily="2" charset="0"/>
      <p:regular r:id="rId6"/>
      <p:bold r:id="rId7"/>
      <p:italic r:id="rId8"/>
      <p:boldItalic r:id="rId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Untitled Section" id="{DBD65DB2-4E74-46C3-B07C-F7673AEF978F}">
          <p14:sldIdLst>
            <p14:sldId id="256"/>
          </p14:sldIdLst>
        </p14:section>
      </p14:sectionLst>
    </p:ext>
    <p:ext uri="{EFAFB233-063F-42B5-8137-9DF3F51BA10A}">
      <p15:sldGuideLst xmlns:p15="http://schemas.microsoft.com/office/powerpoint/2012/main">
        <p15:guide id="1" orient="horz" pos="10368">
          <p15:clr>
            <a:srgbClr val="A4A3A4"/>
          </p15:clr>
        </p15:guide>
        <p15:guide id="2" pos="13824">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3" roundtripDataSignature="AMtx7mhqQNIsYoNH+oFmgBRO+UYBeM3dZ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C1D40"/>
    <a:srgbClr val="FFC62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77" autoAdjust="0"/>
    <p:restoredTop sz="94660"/>
  </p:normalViewPr>
  <p:slideViewPr>
    <p:cSldViewPr snapToGrid="0">
      <p:cViewPr varScale="1">
        <p:scale>
          <a:sx n="14" d="100"/>
          <a:sy n="14" d="100"/>
        </p:scale>
        <p:origin x="1168" y="20"/>
      </p:cViewPr>
      <p:guideLst>
        <p:guide orient="horz" pos="10368"/>
        <p:guide pos="1382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customschemas.google.com/relationships/presentationmetadata" Target="metadata"/><Relationship Id="rId3" Type="http://schemas.openxmlformats.org/officeDocument/2006/relationships/notesMaster" Target="notesMasters/notesMaster1.xml"/><Relationship Id="rId7" Type="http://schemas.openxmlformats.org/officeDocument/2006/relationships/font" Target="fonts/font4.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font" Target="fonts/font3.fntdata"/><Relationship Id="rId5" Type="http://schemas.openxmlformats.org/officeDocument/2006/relationships/font" Target="fonts/font2.fntdata"/><Relationship Id="rId15" Type="http://schemas.openxmlformats.org/officeDocument/2006/relationships/viewProps" Target="viewProps.xml"/><Relationship Id="rId4" Type="http://schemas.openxmlformats.org/officeDocument/2006/relationships/font" Target="fonts/font1.fntdata"/><Relationship Id="rId9" Type="http://schemas.openxmlformats.org/officeDocument/2006/relationships/font" Target="fonts/font6.fntdata"/><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30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30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30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30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30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30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30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30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30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30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30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30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30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30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30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30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30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30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30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30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30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30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30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30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1</a:t>
            </a:fld>
            <a:endParaRPr sz="1200" b="0" i="0" u="none" strike="noStrike" cap="none">
              <a:solidFill>
                <a:schemeClr val="dk1"/>
              </a:solidFill>
              <a:latin typeface="Arial"/>
              <a:ea typeface="Arial"/>
              <a:cs typeface="Arial"/>
              <a:sym typeface="Arial"/>
            </a:endParaRPr>
          </a:p>
        </p:txBody>
      </p:sp>
      <p:sp>
        <p:nvSpPr>
          <p:cNvPr id="90" name="Google Shape;90;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91" name="Google Shape;91;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b="0" i="0" u="none" strike="noStrike" cap="none" dirty="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
        <p:cNvGrpSpPr/>
        <p:nvPr/>
      </p:nvGrpSpPr>
      <p:grpSpPr>
        <a:xfrm>
          <a:off x="0" y="0"/>
          <a:ext cx="0" cy="0"/>
          <a:chOff x="0" y="0"/>
          <a:chExt cx="0" cy="0"/>
        </a:xfrm>
      </p:grpSpPr>
      <p:sp>
        <p:nvSpPr>
          <p:cNvPr id="20" name="Google Shape;20;p3"/>
          <p:cNvSpPr txBox="1">
            <a:spLocks noGrp="1"/>
          </p:cNvSpPr>
          <p:nvPr>
            <p:ph type="ctrTitle"/>
          </p:nvPr>
        </p:nvSpPr>
        <p:spPr>
          <a:xfrm>
            <a:off x="3292123" y="10226675"/>
            <a:ext cx="37306957" cy="7054850"/>
          </a:xfrm>
          <a:prstGeom prst="rect">
            <a:avLst/>
          </a:prstGeom>
          <a:noFill/>
          <a:ln>
            <a:noFill/>
          </a:ln>
        </p:spPr>
        <p:txBody>
          <a:bodyPr spcFirstLastPara="1" wrap="square" lIns="470250" tIns="235125" rIns="470250" bIns="235125"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1" name="Google Shape;21;p3"/>
          <p:cNvSpPr txBox="1">
            <a:spLocks noGrp="1"/>
          </p:cNvSpPr>
          <p:nvPr>
            <p:ph type="subTitle" idx="1"/>
          </p:nvPr>
        </p:nvSpPr>
        <p:spPr>
          <a:xfrm>
            <a:off x="6584245" y="18653125"/>
            <a:ext cx="30722711" cy="8413750"/>
          </a:xfrm>
          <a:prstGeom prst="rect">
            <a:avLst/>
          </a:prstGeom>
          <a:noFill/>
          <a:ln>
            <a:noFill/>
          </a:ln>
        </p:spPr>
        <p:txBody>
          <a:bodyPr spcFirstLastPara="1" wrap="square" lIns="470250" tIns="235125" rIns="470250" bIns="235125" anchor="t" anchorCtr="0">
            <a:noAutofit/>
          </a:bodyPr>
          <a:lstStyle>
            <a:lvl1pPr lvl="0" algn="ctr">
              <a:spcBef>
                <a:spcPts val="3300"/>
              </a:spcBef>
              <a:spcAft>
                <a:spcPts val="0"/>
              </a:spcAft>
              <a:buClr>
                <a:schemeClr val="dk1"/>
              </a:buClr>
              <a:buSzPts val="16500"/>
              <a:buFont typeface="Arial"/>
              <a:buNone/>
              <a:defRPr/>
            </a:lvl1pPr>
            <a:lvl2pPr lvl="1" algn="ctr">
              <a:spcBef>
                <a:spcPts val="2880"/>
              </a:spcBef>
              <a:spcAft>
                <a:spcPts val="0"/>
              </a:spcAft>
              <a:buClr>
                <a:schemeClr val="dk1"/>
              </a:buClr>
              <a:buSzPts val="14400"/>
              <a:buFont typeface="Arial"/>
              <a:buNone/>
              <a:defRPr/>
            </a:lvl2pPr>
            <a:lvl3pPr lvl="2" algn="ctr">
              <a:spcBef>
                <a:spcPts val="2460"/>
              </a:spcBef>
              <a:spcAft>
                <a:spcPts val="0"/>
              </a:spcAft>
              <a:buClr>
                <a:schemeClr val="dk1"/>
              </a:buClr>
              <a:buSzPts val="12300"/>
              <a:buFont typeface="Arial"/>
              <a:buNone/>
              <a:defRPr/>
            </a:lvl3pPr>
            <a:lvl4pPr lvl="3" algn="ctr">
              <a:spcBef>
                <a:spcPts val="2080"/>
              </a:spcBef>
              <a:spcAft>
                <a:spcPts val="0"/>
              </a:spcAft>
              <a:buClr>
                <a:schemeClr val="dk1"/>
              </a:buClr>
              <a:buSzPts val="10400"/>
              <a:buFont typeface="Arial"/>
              <a:buNone/>
              <a:defRPr/>
            </a:lvl4pPr>
            <a:lvl5pPr lvl="4" algn="ctr">
              <a:spcBef>
                <a:spcPts val="2080"/>
              </a:spcBef>
              <a:spcAft>
                <a:spcPts val="0"/>
              </a:spcAft>
              <a:buClr>
                <a:schemeClr val="dk1"/>
              </a:buClr>
              <a:buSzPts val="10400"/>
              <a:buFont typeface="Arial"/>
              <a:buNone/>
              <a:defRPr/>
            </a:lvl5pPr>
            <a:lvl6pPr lvl="5" algn="ctr">
              <a:spcBef>
                <a:spcPts val="2080"/>
              </a:spcBef>
              <a:spcAft>
                <a:spcPts val="0"/>
              </a:spcAft>
              <a:buClr>
                <a:schemeClr val="dk1"/>
              </a:buClr>
              <a:buSzPts val="10400"/>
              <a:buFont typeface="Arial"/>
              <a:buNone/>
              <a:defRPr/>
            </a:lvl6pPr>
            <a:lvl7pPr lvl="6" algn="ctr">
              <a:spcBef>
                <a:spcPts val="2080"/>
              </a:spcBef>
              <a:spcAft>
                <a:spcPts val="0"/>
              </a:spcAft>
              <a:buClr>
                <a:schemeClr val="dk1"/>
              </a:buClr>
              <a:buSzPts val="10400"/>
              <a:buFont typeface="Arial"/>
              <a:buNone/>
              <a:defRPr/>
            </a:lvl7pPr>
            <a:lvl8pPr lvl="7" algn="ctr">
              <a:spcBef>
                <a:spcPts val="2080"/>
              </a:spcBef>
              <a:spcAft>
                <a:spcPts val="0"/>
              </a:spcAft>
              <a:buClr>
                <a:schemeClr val="dk1"/>
              </a:buClr>
              <a:buSzPts val="10400"/>
              <a:buFont typeface="Arial"/>
              <a:buNone/>
              <a:defRPr/>
            </a:lvl8pPr>
            <a:lvl9pPr lvl="8" algn="ctr">
              <a:spcBef>
                <a:spcPts val="2080"/>
              </a:spcBef>
              <a:spcAft>
                <a:spcPts val="0"/>
              </a:spcAft>
              <a:buClr>
                <a:schemeClr val="dk1"/>
              </a:buClr>
              <a:buSzPts val="10400"/>
              <a:buFont typeface="Arial"/>
              <a:buNone/>
              <a:defRPr/>
            </a:lvl9pPr>
          </a:lstStyle>
          <a:p>
            <a:endParaRPr/>
          </a:p>
        </p:txBody>
      </p:sp>
      <p:sp>
        <p:nvSpPr>
          <p:cNvPr id="22" name="Google Shape;22;p3"/>
          <p:cNvSpPr txBox="1">
            <a:spLocks noGrp="1"/>
          </p:cNvSpPr>
          <p:nvPr>
            <p:ph type="dt" idx="10"/>
          </p:nvPr>
        </p:nvSpPr>
        <p:spPr>
          <a:xfrm>
            <a:off x="2195513" y="29978350"/>
            <a:ext cx="10240962" cy="2286000"/>
          </a:xfrm>
          <a:prstGeom prst="rect">
            <a:avLst/>
          </a:prstGeom>
          <a:noFill/>
          <a:ln>
            <a:noFill/>
          </a:ln>
        </p:spPr>
        <p:txBody>
          <a:bodyPr spcFirstLastPara="1" wrap="square" lIns="470250" tIns="235125" rIns="470250" bIns="235125"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14997112" y="29978350"/>
            <a:ext cx="13898562" cy="2286000"/>
          </a:xfrm>
          <a:prstGeom prst="rect">
            <a:avLst/>
          </a:prstGeom>
          <a:noFill/>
          <a:ln>
            <a:noFill/>
          </a:ln>
        </p:spPr>
        <p:txBody>
          <a:bodyPr spcFirstLastPara="1" wrap="square" lIns="470250" tIns="235125" rIns="470250" bIns="235125"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31456312" y="29978350"/>
            <a:ext cx="10240962" cy="2286000"/>
          </a:xfrm>
          <a:prstGeom prst="rect">
            <a:avLst/>
          </a:prstGeom>
          <a:noFill/>
          <a:ln>
            <a:noFill/>
          </a:ln>
        </p:spPr>
        <p:txBody>
          <a:bodyPr spcFirstLastPara="1" wrap="square" lIns="470250" tIns="235125" rIns="470250" bIns="235125" anchor="t" anchorCtr="0">
            <a:noAutofit/>
          </a:bodyPr>
          <a:lstStyle>
            <a:lvl1pPr marL="0" marR="0" lvl="0" indent="0" algn="r">
              <a:spcBef>
                <a:spcPts val="0"/>
              </a:spcBef>
              <a:spcAft>
                <a:spcPts val="0"/>
              </a:spcAft>
              <a:buNone/>
              <a:defRPr sz="7200" b="0" i="0" u="none" strike="noStrike" cap="none">
                <a:solidFill>
                  <a:schemeClr val="dk1"/>
                </a:solidFill>
                <a:latin typeface="Arial"/>
                <a:ea typeface="Arial"/>
                <a:cs typeface="Arial"/>
                <a:sym typeface="Arial"/>
              </a:defRPr>
            </a:lvl1pPr>
            <a:lvl2pPr marL="0" marR="0" lvl="1" indent="0" algn="r">
              <a:spcBef>
                <a:spcPts val="0"/>
              </a:spcBef>
              <a:spcAft>
                <a:spcPts val="0"/>
              </a:spcAft>
              <a:buNone/>
              <a:defRPr sz="7200" b="0" i="0" u="none" strike="noStrike" cap="none">
                <a:solidFill>
                  <a:schemeClr val="dk1"/>
                </a:solidFill>
                <a:latin typeface="Arial"/>
                <a:ea typeface="Arial"/>
                <a:cs typeface="Arial"/>
                <a:sym typeface="Arial"/>
              </a:defRPr>
            </a:lvl2pPr>
            <a:lvl3pPr marL="0" marR="0" lvl="2" indent="0" algn="r">
              <a:spcBef>
                <a:spcPts val="0"/>
              </a:spcBef>
              <a:spcAft>
                <a:spcPts val="0"/>
              </a:spcAft>
              <a:buNone/>
              <a:defRPr sz="7200" b="0" i="0" u="none" strike="noStrike" cap="none">
                <a:solidFill>
                  <a:schemeClr val="dk1"/>
                </a:solidFill>
                <a:latin typeface="Arial"/>
                <a:ea typeface="Arial"/>
                <a:cs typeface="Arial"/>
                <a:sym typeface="Arial"/>
              </a:defRPr>
            </a:lvl3pPr>
            <a:lvl4pPr marL="0" marR="0" lvl="3" indent="0" algn="r">
              <a:spcBef>
                <a:spcPts val="0"/>
              </a:spcBef>
              <a:spcAft>
                <a:spcPts val="0"/>
              </a:spcAft>
              <a:buNone/>
              <a:defRPr sz="7200" b="0" i="0" u="none" strike="noStrike" cap="none">
                <a:solidFill>
                  <a:schemeClr val="dk1"/>
                </a:solidFill>
                <a:latin typeface="Arial"/>
                <a:ea typeface="Arial"/>
                <a:cs typeface="Arial"/>
                <a:sym typeface="Arial"/>
              </a:defRPr>
            </a:lvl4pPr>
            <a:lvl5pPr marL="0" marR="0" lvl="4" indent="0" algn="r">
              <a:spcBef>
                <a:spcPts val="0"/>
              </a:spcBef>
              <a:spcAft>
                <a:spcPts val="0"/>
              </a:spcAft>
              <a:buNone/>
              <a:defRPr sz="7200" b="0" i="0" u="none" strike="noStrike" cap="none">
                <a:solidFill>
                  <a:schemeClr val="dk1"/>
                </a:solidFill>
                <a:latin typeface="Arial"/>
                <a:ea typeface="Arial"/>
                <a:cs typeface="Arial"/>
                <a:sym typeface="Arial"/>
              </a:defRPr>
            </a:lvl5pPr>
            <a:lvl6pPr marL="0" marR="0" lvl="5" indent="0" algn="r">
              <a:spcBef>
                <a:spcPts val="0"/>
              </a:spcBef>
              <a:spcAft>
                <a:spcPts val="0"/>
              </a:spcAft>
              <a:buNone/>
              <a:defRPr sz="7200" b="0" i="0" u="none" strike="noStrike" cap="none">
                <a:solidFill>
                  <a:schemeClr val="dk1"/>
                </a:solidFill>
                <a:latin typeface="Arial"/>
                <a:ea typeface="Arial"/>
                <a:cs typeface="Arial"/>
                <a:sym typeface="Arial"/>
              </a:defRPr>
            </a:lvl6pPr>
            <a:lvl7pPr marL="0" marR="0" lvl="6" indent="0" algn="r">
              <a:spcBef>
                <a:spcPts val="0"/>
              </a:spcBef>
              <a:spcAft>
                <a:spcPts val="0"/>
              </a:spcAft>
              <a:buNone/>
              <a:defRPr sz="7200" b="0" i="0" u="none" strike="noStrike" cap="none">
                <a:solidFill>
                  <a:schemeClr val="dk1"/>
                </a:solidFill>
                <a:latin typeface="Arial"/>
                <a:ea typeface="Arial"/>
                <a:cs typeface="Arial"/>
                <a:sym typeface="Arial"/>
              </a:defRPr>
            </a:lvl7pPr>
            <a:lvl8pPr marL="0" marR="0" lvl="7" indent="0" algn="r">
              <a:spcBef>
                <a:spcPts val="0"/>
              </a:spcBef>
              <a:spcAft>
                <a:spcPts val="0"/>
              </a:spcAft>
              <a:buNone/>
              <a:defRPr sz="7200" b="0" i="0" u="none" strike="noStrike" cap="none">
                <a:solidFill>
                  <a:schemeClr val="dk1"/>
                </a:solidFill>
                <a:latin typeface="Arial"/>
                <a:ea typeface="Arial"/>
                <a:cs typeface="Arial"/>
                <a:sym typeface="Arial"/>
              </a:defRPr>
            </a:lvl8pPr>
            <a:lvl9pPr marL="0" marR="0" lvl="8" indent="0" algn="r">
              <a:spcBef>
                <a:spcPts val="0"/>
              </a:spcBef>
              <a:spcAft>
                <a:spcPts val="0"/>
              </a:spcAft>
              <a:buNone/>
              <a:defRPr sz="72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2195513" y="1319213"/>
            <a:ext cx="39501762" cy="5486400"/>
          </a:xfrm>
          <a:prstGeom prst="rect">
            <a:avLst/>
          </a:prstGeom>
          <a:noFill/>
          <a:ln>
            <a:noFill/>
          </a:ln>
        </p:spPr>
        <p:txBody>
          <a:bodyPr spcFirstLastPara="1" wrap="square" lIns="470250" tIns="235125" rIns="470250" bIns="235125"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2195513" y="7681913"/>
            <a:ext cx="39501762" cy="21724938"/>
          </a:xfrm>
          <a:prstGeom prst="rect">
            <a:avLst/>
          </a:prstGeom>
          <a:noFill/>
          <a:ln>
            <a:noFill/>
          </a:ln>
        </p:spPr>
        <p:txBody>
          <a:bodyPr spcFirstLastPara="1" wrap="square" lIns="470250" tIns="235125" rIns="470250" bIns="235125"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8" name="Google Shape;28;p4"/>
          <p:cNvSpPr txBox="1">
            <a:spLocks noGrp="1"/>
          </p:cNvSpPr>
          <p:nvPr>
            <p:ph type="dt" idx="10"/>
          </p:nvPr>
        </p:nvSpPr>
        <p:spPr>
          <a:xfrm>
            <a:off x="2195513" y="29978350"/>
            <a:ext cx="10240962" cy="2286000"/>
          </a:xfrm>
          <a:prstGeom prst="rect">
            <a:avLst/>
          </a:prstGeom>
          <a:noFill/>
          <a:ln>
            <a:noFill/>
          </a:ln>
        </p:spPr>
        <p:txBody>
          <a:bodyPr spcFirstLastPara="1" wrap="square" lIns="470250" tIns="235125" rIns="470250" bIns="235125"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14997112" y="29978350"/>
            <a:ext cx="13898562" cy="2286000"/>
          </a:xfrm>
          <a:prstGeom prst="rect">
            <a:avLst/>
          </a:prstGeom>
          <a:noFill/>
          <a:ln>
            <a:noFill/>
          </a:ln>
        </p:spPr>
        <p:txBody>
          <a:bodyPr spcFirstLastPara="1" wrap="square" lIns="470250" tIns="235125" rIns="470250" bIns="235125"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31456312" y="29978350"/>
            <a:ext cx="10240962" cy="2286000"/>
          </a:xfrm>
          <a:prstGeom prst="rect">
            <a:avLst/>
          </a:prstGeom>
          <a:noFill/>
          <a:ln>
            <a:noFill/>
          </a:ln>
        </p:spPr>
        <p:txBody>
          <a:bodyPr spcFirstLastPara="1" wrap="square" lIns="470250" tIns="235125" rIns="470250" bIns="235125" anchor="t" anchorCtr="0">
            <a:noAutofit/>
          </a:bodyPr>
          <a:lstStyle>
            <a:lvl1pPr marL="0" marR="0" lvl="0" indent="0" algn="r">
              <a:spcBef>
                <a:spcPts val="0"/>
              </a:spcBef>
              <a:spcAft>
                <a:spcPts val="0"/>
              </a:spcAft>
              <a:buNone/>
              <a:defRPr sz="7200" b="0" i="0" u="none" strike="noStrike" cap="none">
                <a:solidFill>
                  <a:schemeClr val="dk1"/>
                </a:solidFill>
                <a:latin typeface="Arial"/>
                <a:ea typeface="Arial"/>
                <a:cs typeface="Arial"/>
                <a:sym typeface="Arial"/>
              </a:defRPr>
            </a:lvl1pPr>
            <a:lvl2pPr marL="0" marR="0" lvl="1" indent="0" algn="r">
              <a:spcBef>
                <a:spcPts val="0"/>
              </a:spcBef>
              <a:spcAft>
                <a:spcPts val="0"/>
              </a:spcAft>
              <a:buNone/>
              <a:defRPr sz="7200" b="0" i="0" u="none" strike="noStrike" cap="none">
                <a:solidFill>
                  <a:schemeClr val="dk1"/>
                </a:solidFill>
                <a:latin typeface="Arial"/>
                <a:ea typeface="Arial"/>
                <a:cs typeface="Arial"/>
                <a:sym typeface="Arial"/>
              </a:defRPr>
            </a:lvl2pPr>
            <a:lvl3pPr marL="0" marR="0" lvl="2" indent="0" algn="r">
              <a:spcBef>
                <a:spcPts val="0"/>
              </a:spcBef>
              <a:spcAft>
                <a:spcPts val="0"/>
              </a:spcAft>
              <a:buNone/>
              <a:defRPr sz="7200" b="0" i="0" u="none" strike="noStrike" cap="none">
                <a:solidFill>
                  <a:schemeClr val="dk1"/>
                </a:solidFill>
                <a:latin typeface="Arial"/>
                <a:ea typeface="Arial"/>
                <a:cs typeface="Arial"/>
                <a:sym typeface="Arial"/>
              </a:defRPr>
            </a:lvl3pPr>
            <a:lvl4pPr marL="0" marR="0" lvl="3" indent="0" algn="r">
              <a:spcBef>
                <a:spcPts val="0"/>
              </a:spcBef>
              <a:spcAft>
                <a:spcPts val="0"/>
              </a:spcAft>
              <a:buNone/>
              <a:defRPr sz="7200" b="0" i="0" u="none" strike="noStrike" cap="none">
                <a:solidFill>
                  <a:schemeClr val="dk1"/>
                </a:solidFill>
                <a:latin typeface="Arial"/>
                <a:ea typeface="Arial"/>
                <a:cs typeface="Arial"/>
                <a:sym typeface="Arial"/>
              </a:defRPr>
            </a:lvl4pPr>
            <a:lvl5pPr marL="0" marR="0" lvl="4" indent="0" algn="r">
              <a:spcBef>
                <a:spcPts val="0"/>
              </a:spcBef>
              <a:spcAft>
                <a:spcPts val="0"/>
              </a:spcAft>
              <a:buNone/>
              <a:defRPr sz="7200" b="0" i="0" u="none" strike="noStrike" cap="none">
                <a:solidFill>
                  <a:schemeClr val="dk1"/>
                </a:solidFill>
                <a:latin typeface="Arial"/>
                <a:ea typeface="Arial"/>
                <a:cs typeface="Arial"/>
                <a:sym typeface="Arial"/>
              </a:defRPr>
            </a:lvl5pPr>
            <a:lvl6pPr marL="0" marR="0" lvl="5" indent="0" algn="r">
              <a:spcBef>
                <a:spcPts val="0"/>
              </a:spcBef>
              <a:spcAft>
                <a:spcPts val="0"/>
              </a:spcAft>
              <a:buNone/>
              <a:defRPr sz="7200" b="0" i="0" u="none" strike="noStrike" cap="none">
                <a:solidFill>
                  <a:schemeClr val="dk1"/>
                </a:solidFill>
                <a:latin typeface="Arial"/>
                <a:ea typeface="Arial"/>
                <a:cs typeface="Arial"/>
                <a:sym typeface="Arial"/>
              </a:defRPr>
            </a:lvl6pPr>
            <a:lvl7pPr marL="0" marR="0" lvl="6" indent="0" algn="r">
              <a:spcBef>
                <a:spcPts val="0"/>
              </a:spcBef>
              <a:spcAft>
                <a:spcPts val="0"/>
              </a:spcAft>
              <a:buNone/>
              <a:defRPr sz="7200" b="0" i="0" u="none" strike="noStrike" cap="none">
                <a:solidFill>
                  <a:schemeClr val="dk1"/>
                </a:solidFill>
                <a:latin typeface="Arial"/>
                <a:ea typeface="Arial"/>
                <a:cs typeface="Arial"/>
                <a:sym typeface="Arial"/>
              </a:defRPr>
            </a:lvl7pPr>
            <a:lvl8pPr marL="0" marR="0" lvl="7" indent="0" algn="r">
              <a:spcBef>
                <a:spcPts val="0"/>
              </a:spcBef>
              <a:spcAft>
                <a:spcPts val="0"/>
              </a:spcAft>
              <a:buNone/>
              <a:defRPr sz="7200" b="0" i="0" u="none" strike="noStrike" cap="none">
                <a:solidFill>
                  <a:schemeClr val="dk1"/>
                </a:solidFill>
                <a:latin typeface="Arial"/>
                <a:ea typeface="Arial"/>
                <a:cs typeface="Arial"/>
                <a:sym typeface="Arial"/>
              </a:defRPr>
            </a:lvl8pPr>
            <a:lvl9pPr marL="0" marR="0" lvl="8" indent="0" algn="r">
              <a:spcBef>
                <a:spcPts val="0"/>
              </a:spcBef>
              <a:spcAft>
                <a:spcPts val="0"/>
              </a:spcAft>
              <a:buNone/>
              <a:defRPr sz="72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3467101" y="21153439"/>
            <a:ext cx="37306957" cy="6537325"/>
          </a:xfrm>
          <a:prstGeom prst="rect">
            <a:avLst/>
          </a:prstGeom>
          <a:noFill/>
          <a:ln>
            <a:noFill/>
          </a:ln>
        </p:spPr>
        <p:txBody>
          <a:bodyPr spcFirstLastPara="1" wrap="square" lIns="470250" tIns="235125" rIns="470250" bIns="235125"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3467101" y="13952538"/>
            <a:ext cx="37306957" cy="7200900"/>
          </a:xfrm>
          <a:prstGeom prst="rect">
            <a:avLst/>
          </a:prstGeom>
          <a:noFill/>
          <a:ln>
            <a:noFill/>
          </a:ln>
        </p:spPr>
        <p:txBody>
          <a:bodyPr spcFirstLastPara="1" wrap="square" lIns="470250" tIns="235125" rIns="470250" bIns="235125" anchor="b" anchorCtr="0">
            <a:noAutofit/>
          </a:bodyPr>
          <a:lstStyle>
            <a:lvl1pPr marL="457200" lvl="0" indent="-228600" algn="l">
              <a:spcBef>
                <a:spcPts val="400"/>
              </a:spcBef>
              <a:spcAft>
                <a:spcPts val="0"/>
              </a:spcAft>
              <a:buClr>
                <a:schemeClr val="dk1"/>
              </a:buClr>
              <a:buSzPts val="2000"/>
              <a:buFont typeface="Arial"/>
              <a:buNone/>
              <a:defRPr sz="2000"/>
            </a:lvl1pPr>
            <a:lvl2pPr marL="914400" lvl="1" indent="-228600" algn="l">
              <a:spcBef>
                <a:spcPts val="360"/>
              </a:spcBef>
              <a:spcAft>
                <a:spcPts val="0"/>
              </a:spcAft>
              <a:buClr>
                <a:schemeClr val="dk1"/>
              </a:buClr>
              <a:buSzPts val="1800"/>
              <a:buFont typeface="Arial"/>
              <a:buNone/>
              <a:defRPr sz="1800"/>
            </a:lvl2pPr>
            <a:lvl3pPr marL="1371600" lvl="2" indent="-228600" algn="l">
              <a:spcBef>
                <a:spcPts val="320"/>
              </a:spcBef>
              <a:spcAft>
                <a:spcPts val="0"/>
              </a:spcAft>
              <a:buClr>
                <a:schemeClr val="dk1"/>
              </a:buClr>
              <a:buSzPts val="1600"/>
              <a:buFont typeface="Arial"/>
              <a:buNone/>
              <a:defRPr sz="1600"/>
            </a:lvl3pPr>
            <a:lvl4pPr marL="1828800" lvl="3" indent="-228600" algn="l">
              <a:spcBef>
                <a:spcPts val="280"/>
              </a:spcBef>
              <a:spcAft>
                <a:spcPts val="0"/>
              </a:spcAft>
              <a:buClr>
                <a:schemeClr val="dk1"/>
              </a:buClr>
              <a:buSzPts val="1400"/>
              <a:buFont typeface="Arial"/>
              <a:buNone/>
              <a:defRPr sz="1400"/>
            </a:lvl4pPr>
            <a:lvl5pPr marL="2286000" lvl="4" indent="-228600" algn="l">
              <a:spcBef>
                <a:spcPts val="280"/>
              </a:spcBef>
              <a:spcAft>
                <a:spcPts val="0"/>
              </a:spcAft>
              <a:buClr>
                <a:schemeClr val="dk1"/>
              </a:buClr>
              <a:buSzPts val="1400"/>
              <a:buFont typeface="Arial"/>
              <a:buNone/>
              <a:defRPr sz="1400"/>
            </a:lvl5pPr>
            <a:lvl6pPr marL="2743200" lvl="5" indent="-228600" algn="l">
              <a:spcBef>
                <a:spcPts val="280"/>
              </a:spcBef>
              <a:spcAft>
                <a:spcPts val="0"/>
              </a:spcAft>
              <a:buClr>
                <a:schemeClr val="dk1"/>
              </a:buClr>
              <a:buSzPts val="1400"/>
              <a:buFont typeface="Arial"/>
              <a:buNone/>
              <a:defRPr sz="1400"/>
            </a:lvl6pPr>
            <a:lvl7pPr marL="3200400" lvl="6" indent="-228600" algn="l">
              <a:spcBef>
                <a:spcPts val="280"/>
              </a:spcBef>
              <a:spcAft>
                <a:spcPts val="0"/>
              </a:spcAft>
              <a:buClr>
                <a:schemeClr val="dk1"/>
              </a:buClr>
              <a:buSzPts val="1400"/>
              <a:buFont typeface="Arial"/>
              <a:buNone/>
              <a:defRPr sz="1400"/>
            </a:lvl7pPr>
            <a:lvl8pPr marL="3657600" lvl="7" indent="-228600" algn="l">
              <a:spcBef>
                <a:spcPts val="280"/>
              </a:spcBef>
              <a:spcAft>
                <a:spcPts val="0"/>
              </a:spcAft>
              <a:buClr>
                <a:schemeClr val="dk1"/>
              </a:buClr>
              <a:buSzPts val="1400"/>
              <a:buFont typeface="Arial"/>
              <a:buNone/>
              <a:defRPr sz="1400"/>
            </a:lvl8pPr>
            <a:lvl9pPr marL="4114800" lvl="8" indent="-228600" algn="l">
              <a:spcBef>
                <a:spcPts val="280"/>
              </a:spcBef>
              <a:spcAft>
                <a:spcPts val="0"/>
              </a:spcAft>
              <a:buClr>
                <a:schemeClr val="dk1"/>
              </a:buClr>
              <a:buSzPts val="1400"/>
              <a:buFont typeface="Arial"/>
              <a:buNone/>
              <a:defRPr sz="1400"/>
            </a:lvl9pPr>
          </a:lstStyle>
          <a:p>
            <a:endParaRPr/>
          </a:p>
        </p:txBody>
      </p:sp>
      <p:sp>
        <p:nvSpPr>
          <p:cNvPr id="34" name="Google Shape;34;p5"/>
          <p:cNvSpPr txBox="1">
            <a:spLocks noGrp="1"/>
          </p:cNvSpPr>
          <p:nvPr>
            <p:ph type="dt" idx="10"/>
          </p:nvPr>
        </p:nvSpPr>
        <p:spPr>
          <a:xfrm>
            <a:off x="2195513" y="29978350"/>
            <a:ext cx="10240962" cy="2286000"/>
          </a:xfrm>
          <a:prstGeom prst="rect">
            <a:avLst/>
          </a:prstGeom>
          <a:noFill/>
          <a:ln>
            <a:noFill/>
          </a:ln>
        </p:spPr>
        <p:txBody>
          <a:bodyPr spcFirstLastPara="1" wrap="square" lIns="470250" tIns="235125" rIns="470250" bIns="235125"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5"/>
          <p:cNvSpPr txBox="1">
            <a:spLocks noGrp="1"/>
          </p:cNvSpPr>
          <p:nvPr>
            <p:ph type="ftr" idx="11"/>
          </p:nvPr>
        </p:nvSpPr>
        <p:spPr>
          <a:xfrm>
            <a:off x="14997112" y="29978350"/>
            <a:ext cx="13898562" cy="2286000"/>
          </a:xfrm>
          <a:prstGeom prst="rect">
            <a:avLst/>
          </a:prstGeom>
          <a:noFill/>
          <a:ln>
            <a:noFill/>
          </a:ln>
        </p:spPr>
        <p:txBody>
          <a:bodyPr spcFirstLastPara="1" wrap="square" lIns="470250" tIns="235125" rIns="470250" bIns="235125"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5"/>
          <p:cNvSpPr txBox="1">
            <a:spLocks noGrp="1"/>
          </p:cNvSpPr>
          <p:nvPr>
            <p:ph type="sldNum" idx="12"/>
          </p:nvPr>
        </p:nvSpPr>
        <p:spPr>
          <a:xfrm>
            <a:off x="31456312" y="29978350"/>
            <a:ext cx="10240962" cy="2286000"/>
          </a:xfrm>
          <a:prstGeom prst="rect">
            <a:avLst/>
          </a:prstGeom>
          <a:noFill/>
          <a:ln>
            <a:noFill/>
          </a:ln>
        </p:spPr>
        <p:txBody>
          <a:bodyPr spcFirstLastPara="1" wrap="square" lIns="470250" tIns="235125" rIns="470250" bIns="235125" anchor="t" anchorCtr="0">
            <a:noAutofit/>
          </a:bodyPr>
          <a:lstStyle>
            <a:lvl1pPr marL="0" marR="0" lvl="0" indent="0" algn="r">
              <a:spcBef>
                <a:spcPts val="0"/>
              </a:spcBef>
              <a:spcAft>
                <a:spcPts val="0"/>
              </a:spcAft>
              <a:buNone/>
              <a:defRPr sz="7200" b="0" i="0" u="none" strike="noStrike" cap="none">
                <a:solidFill>
                  <a:schemeClr val="dk1"/>
                </a:solidFill>
                <a:latin typeface="Arial"/>
                <a:ea typeface="Arial"/>
                <a:cs typeface="Arial"/>
                <a:sym typeface="Arial"/>
              </a:defRPr>
            </a:lvl1pPr>
            <a:lvl2pPr marL="0" marR="0" lvl="1" indent="0" algn="r">
              <a:spcBef>
                <a:spcPts val="0"/>
              </a:spcBef>
              <a:spcAft>
                <a:spcPts val="0"/>
              </a:spcAft>
              <a:buNone/>
              <a:defRPr sz="7200" b="0" i="0" u="none" strike="noStrike" cap="none">
                <a:solidFill>
                  <a:schemeClr val="dk1"/>
                </a:solidFill>
                <a:latin typeface="Arial"/>
                <a:ea typeface="Arial"/>
                <a:cs typeface="Arial"/>
                <a:sym typeface="Arial"/>
              </a:defRPr>
            </a:lvl2pPr>
            <a:lvl3pPr marL="0" marR="0" lvl="2" indent="0" algn="r">
              <a:spcBef>
                <a:spcPts val="0"/>
              </a:spcBef>
              <a:spcAft>
                <a:spcPts val="0"/>
              </a:spcAft>
              <a:buNone/>
              <a:defRPr sz="7200" b="0" i="0" u="none" strike="noStrike" cap="none">
                <a:solidFill>
                  <a:schemeClr val="dk1"/>
                </a:solidFill>
                <a:latin typeface="Arial"/>
                <a:ea typeface="Arial"/>
                <a:cs typeface="Arial"/>
                <a:sym typeface="Arial"/>
              </a:defRPr>
            </a:lvl3pPr>
            <a:lvl4pPr marL="0" marR="0" lvl="3" indent="0" algn="r">
              <a:spcBef>
                <a:spcPts val="0"/>
              </a:spcBef>
              <a:spcAft>
                <a:spcPts val="0"/>
              </a:spcAft>
              <a:buNone/>
              <a:defRPr sz="7200" b="0" i="0" u="none" strike="noStrike" cap="none">
                <a:solidFill>
                  <a:schemeClr val="dk1"/>
                </a:solidFill>
                <a:latin typeface="Arial"/>
                <a:ea typeface="Arial"/>
                <a:cs typeface="Arial"/>
                <a:sym typeface="Arial"/>
              </a:defRPr>
            </a:lvl4pPr>
            <a:lvl5pPr marL="0" marR="0" lvl="4" indent="0" algn="r">
              <a:spcBef>
                <a:spcPts val="0"/>
              </a:spcBef>
              <a:spcAft>
                <a:spcPts val="0"/>
              </a:spcAft>
              <a:buNone/>
              <a:defRPr sz="7200" b="0" i="0" u="none" strike="noStrike" cap="none">
                <a:solidFill>
                  <a:schemeClr val="dk1"/>
                </a:solidFill>
                <a:latin typeface="Arial"/>
                <a:ea typeface="Arial"/>
                <a:cs typeface="Arial"/>
                <a:sym typeface="Arial"/>
              </a:defRPr>
            </a:lvl5pPr>
            <a:lvl6pPr marL="0" marR="0" lvl="5" indent="0" algn="r">
              <a:spcBef>
                <a:spcPts val="0"/>
              </a:spcBef>
              <a:spcAft>
                <a:spcPts val="0"/>
              </a:spcAft>
              <a:buNone/>
              <a:defRPr sz="7200" b="0" i="0" u="none" strike="noStrike" cap="none">
                <a:solidFill>
                  <a:schemeClr val="dk1"/>
                </a:solidFill>
                <a:latin typeface="Arial"/>
                <a:ea typeface="Arial"/>
                <a:cs typeface="Arial"/>
                <a:sym typeface="Arial"/>
              </a:defRPr>
            </a:lvl6pPr>
            <a:lvl7pPr marL="0" marR="0" lvl="6" indent="0" algn="r">
              <a:spcBef>
                <a:spcPts val="0"/>
              </a:spcBef>
              <a:spcAft>
                <a:spcPts val="0"/>
              </a:spcAft>
              <a:buNone/>
              <a:defRPr sz="7200" b="0" i="0" u="none" strike="noStrike" cap="none">
                <a:solidFill>
                  <a:schemeClr val="dk1"/>
                </a:solidFill>
                <a:latin typeface="Arial"/>
                <a:ea typeface="Arial"/>
                <a:cs typeface="Arial"/>
                <a:sym typeface="Arial"/>
              </a:defRPr>
            </a:lvl7pPr>
            <a:lvl8pPr marL="0" marR="0" lvl="7" indent="0" algn="r">
              <a:spcBef>
                <a:spcPts val="0"/>
              </a:spcBef>
              <a:spcAft>
                <a:spcPts val="0"/>
              </a:spcAft>
              <a:buNone/>
              <a:defRPr sz="7200" b="0" i="0" u="none" strike="noStrike" cap="none">
                <a:solidFill>
                  <a:schemeClr val="dk1"/>
                </a:solidFill>
                <a:latin typeface="Arial"/>
                <a:ea typeface="Arial"/>
                <a:cs typeface="Arial"/>
                <a:sym typeface="Arial"/>
              </a:defRPr>
            </a:lvl8pPr>
            <a:lvl9pPr marL="0" marR="0" lvl="8" indent="0" algn="r">
              <a:spcBef>
                <a:spcPts val="0"/>
              </a:spcBef>
              <a:spcAft>
                <a:spcPts val="0"/>
              </a:spcAft>
              <a:buNone/>
              <a:defRPr sz="72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6"/>
          <p:cNvSpPr txBox="1">
            <a:spLocks noGrp="1"/>
          </p:cNvSpPr>
          <p:nvPr>
            <p:ph type="title"/>
          </p:nvPr>
        </p:nvSpPr>
        <p:spPr>
          <a:xfrm>
            <a:off x="2195513" y="1319213"/>
            <a:ext cx="39501762" cy="5486400"/>
          </a:xfrm>
          <a:prstGeom prst="rect">
            <a:avLst/>
          </a:prstGeom>
          <a:noFill/>
          <a:ln>
            <a:noFill/>
          </a:ln>
        </p:spPr>
        <p:txBody>
          <a:bodyPr spcFirstLastPara="1" wrap="square" lIns="470250" tIns="235125" rIns="470250" bIns="235125"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9" name="Google Shape;39;p6"/>
          <p:cNvSpPr txBox="1">
            <a:spLocks noGrp="1"/>
          </p:cNvSpPr>
          <p:nvPr>
            <p:ph type="body" idx="1"/>
          </p:nvPr>
        </p:nvSpPr>
        <p:spPr>
          <a:xfrm>
            <a:off x="2195689" y="7681914"/>
            <a:ext cx="19682178" cy="21724938"/>
          </a:xfrm>
          <a:prstGeom prst="rect">
            <a:avLst/>
          </a:prstGeom>
          <a:noFill/>
          <a:ln>
            <a:noFill/>
          </a:ln>
        </p:spPr>
        <p:txBody>
          <a:bodyPr spcFirstLastPara="1" wrap="square" lIns="470250" tIns="235125" rIns="470250" bIns="235125" anchor="t" anchorCtr="0">
            <a:noAutofit/>
          </a:bodyPr>
          <a:lstStyle>
            <a:lvl1pPr marL="457200" lvl="0" indent="-406400" algn="l">
              <a:spcBef>
                <a:spcPts val="560"/>
              </a:spcBef>
              <a:spcAft>
                <a:spcPts val="0"/>
              </a:spcAft>
              <a:buClr>
                <a:schemeClr val="dk1"/>
              </a:buClr>
              <a:buSzPts val="2800"/>
              <a:buFont typeface="Arial"/>
              <a:buChar char="•"/>
              <a:defRPr sz="2800"/>
            </a:lvl1pPr>
            <a:lvl2pPr marL="914400" lvl="1" indent="-381000" algn="l">
              <a:spcBef>
                <a:spcPts val="480"/>
              </a:spcBef>
              <a:spcAft>
                <a:spcPts val="0"/>
              </a:spcAft>
              <a:buClr>
                <a:schemeClr val="dk1"/>
              </a:buClr>
              <a:buSzPts val="2400"/>
              <a:buFont typeface="Arial"/>
              <a:buChar char="–"/>
              <a:defRPr sz="2400"/>
            </a:lvl2pPr>
            <a:lvl3pPr marL="1371600" lvl="2" indent="-355600" algn="l">
              <a:spcBef>
                <a:spcPts val="400"/>
              </a:spcBef>
              <a:spcAft>
                <a:spcPts val="0"/>
              </a:spcAft>
              <a:buClr>
                <a:schemeClr val="dk1"/>
              </a:buClr>
              <a:buSzPts val="2000"/>
              <a:buFont typeface="Arial"/>
              <a:buChar char="•"/>
              <a:defRPr sz="2000"/>
            </a:lvl3pPr>
            <a:lvl4pPr marL="1828800" lvl="3" indent="-342900" algn="l">
              <a:spcBef>
                <a:spcPts val="360"/>
              </a:spcBef>
              <a:spcAft>
                <a:spcPts val="0"/>
              </a:spcAft>
              <a:buClr>
                <a:schemeClr val="dk1"/>
              </a:buClr>
              <a:buSzPts val="1800"/>
              <a:buFont typeface="Arial"/>
              <a:buChar char="–"/>
              <a:defRPr sz="1800"/>
            </a:lvl4pPr>
            <a:lvl5pPr marL="2286000" lvl="4" indent="-342900" algn="l">
              <a:spcBef>
                <a:spcPts val="360"/>
              </a:spcBef>
              <a:spcAft>
                <a:spcPts val="0"/>
              </a:spcAft>
              <a:buClr>
                <a:schemeClr val="dk1"/>
              </a:buClr>
              <a:buSzPts val="1800"/>
              <a:buFont typeface="Arial"/>
              <a:buChar char="»"/>
              <a:defRPr sz="1800"/>
            </a:lvl5pPr>
            <a:lvl6pPr marL="2743200" lvl="5" indent="-342900" algn="l">
              <a:spcBef>
                <a:spcPts val="360"/>
              </a:spcBef>
              <a:spcAft>
                <a:spcPts val="0"/>
              </a:spcAft>
              <a:buClr>
                <a:schemeClr val="dk1"/>
              </a:buClr>
              <a:buSzPts val="1800"/>
              <a:buFont typeface="Arial"/>
              <a:buChar char="»"/>
              <a:defRPr sz="1800"/>
            </a:lvl6pPr>
            <a:lvl7pPr marL="3200400" lvl="6" indent="-342900" algn="l">
              <a:spcBef>
                <a:spcPts val="360"/>
              </a:spcBef>
              <a:spcAft>
                <a:spcPts val="0"/>
              </a:spcAft>
              <a:buClr>
                <a:schemeClr val="dk1"/>
              </a:buClr>
              <a:buSzPts val="1800"/>
              <a:buFont typeface="Arial"/>
              <a:buChar char="»"/>
              <a:defRPr sz="1800"/>
            </a:lvl7pPr>
            <a:lvl8pPr marL="3657600" lvl="7" indent="-342900" algn="l">
              <a:spcBef>
                <a:spcPts val="360"/>
              </a:spcBef>
              <a:spcAft>
                <a:spcPts val="0"/>
              </a:spcAft>
              <a:buClr>
                <a:schemeClr val="dk1"/>
              </a:buClr>
              <a:buSzPts val="1800"/>
              <a:buFont typeface="Arial"/>
              <a:buChar char="»"/>
              <a:defRPr sz="1800"/>
            </a:lvl8pPr>
            <a:lvl9pPr marL="4114800" lvl="8" indent="-342900" algn="l">
              <a:spcBef>
                <a:spcPts val="360"/>
              </a:spcBef>
              <a:spcAft>
                <a:spcPts val="0"/>
              </a:spcAft>
              <a:buClr>
                <a:schemeClr val="dk1"/>
              </a:buClr>
              <a:buSzPts val="1800"/>
              <a:buFont typeface="Arial"/>
              <a:buChar char="»"/>
              <a:defRPr sz="1800"/>
            </a:lvl9pPr>
          </a:lstStyle>
          <a:p>
            <a:endParaRPr/>
          </a:p>
        </p:txBody>
      </p:sp>
      <p:sp>
        <p:nvSpPr>
          <p:cNvPr id="40" name="Google Shape;40;p6"/>
          <p:cNvSpPr txBox="1">
            <a:spLocks noGrp="1"/>
          </p:cNvSpPr>
          <p:nvPr>
            <p:ph type="body" idx="2"/>
          </p:nvPr>
        </p:nvSpPr>
        <p:spPr>
          <a:xfrm>
            <a:off x="22013334" y="7681914"/>
            <a:ext cx="19683589" cy="21724938"/>
          </a:xfrm>
          <a:prstGeom prst="rect">
            <a:avLst/>
          </a:prstGeom>
          <a:noFill/>
          <a:ln>
            <a:noFill/>
          </a:ln>
        </p:spPr>
        <p:txBody>
          <a:bodyPr spcFirstLastPara="1" wrap="square" lIns="470250" tIns="235125" rIns="470250" bIns="235125" anchor="t" anchorCtr="0">
            <a:noAutofit/>
          </a:bodyPr>
          <a:lstStyle>
            <a:lvl1pPr marL="457200" lvl="0" indent="-406400" algn="l">
              <a:spcBef>
                <a:spcPts val="560"/>
              </a:spcBef>
              <a:spcAft>
                <a:spcPts val="0"/>
              </a:spcAft>
              <a:buClr>
                <a:schemeClr val="dk1"/>
              </a:buClr>
              <a:buSzPts val="2800"/>
              <a:buFont typeface="Arial"/>
              <a:buChar char="•"/>
              <a:defRPr sz="2800"/>
            </a:lvl1pPr>
            <a:lvl2pPr marL="914400" lvl="1" indent="-381000" algn="l">
              <a:spcBef>
                <a:spcPts val="480"/>
              </a:spcBef>
              <a:spcAft>
                <a:spcPts val="0"/>
              </a:spcAft>
              <a:buClr>
                <a:schemeClr val="dk1"/>
              </a:buClr>
              <a:buSzPts val="2400"/>
              <a:buFont typeface="Arial"/>
              <a:buChar char="–"/>
              <a:defRPr sz="2400"/>
            </a:lvl2pPr>
            <a:lvl3pPr marL="1371600" lvl="2" indent="-355600" algn="l">
              <a:spcBef>
                <a:spcPts val="400"/>
              </a:spcBef>
              <a:spcAft>
                <a:spcPts val="0"/>
              </a:spcAft>
              <a:buClr>
                <a:schemeClr val="dk1"/>
              </a:buClr>
              <a:buSzPts val="2000"/>
              <a:buFont typeface="Arial"/>
              <a:buChar char="•"/>
              <a:defRPr sz="2000"/>
            </a:lvl3pPr>
            <a:lvl4pPr marL="1828800" lvl="3" indent="-342900" algn="l">
              <a:spcBef>
                <a:spcPts val="360"/>
              </a:spcBef>
              <a:spcAft>
                <a:spcPts val="0"/>
              </a:spcAft>
              <a:buClr>
                <a:schemeClr val="dk1"/>
              </a:buClr>
              <a:buSzPts val="1800"/>
              <a:buFont typeface="Arial"/>
              <a:buChar char="–"/>
              <a:defRPr sz="1800"/>
            </a:lvl4pPr>
            <a:lvl5pPr marL="2286000" lvl="4" indent="-342900" algn="l">
              <a:spcBef>
                <a:spcPts val="360"/>
              </a:spcBef>
              <a:spcAft>
                <a:spcPts val="0"/>
              </a:spcAft>
              <a:buClr>
                <a:schemeClr val="dk1"/>
              </a:buClr>
              <a:buSzPts val="1800"/>
              <a:buFont typeface="Arial"/>
              <a:buChar char="»"/>
              <a:defRPr sz="1800"/>
            </a:lvl5pPr>
            <a:lvl6pPr marL="2743200" lvl="5" indent="-342900" algn="l">
              <a:spcBef>
                <a:spcPts val="360"/>
              </a:spcBef>
              <a:spcAft>
                <a:spcPts val="0"/>
              </a:spcAft>
              <a:buClr>
                <a:schemeClr val="dk1"/>
              </a:buClr>
              <a:buSzPts val="1800"/>
              <a:buFont typeface="Arial"/>
              <a:buChar char="»"/>
              <a:defRPr sz="1800"/>
            </a:lvl6pPr>
            <a:lvl7pPr marL="3200400" lvl="6" indent="-342900" algn="l">
              <a:spcBef>
                <a:spcPts val="360"/>
              </a:spcBef>
              <a:spcAft>
                <a:spcPts val="0"/>
              </a:spcAft>
              <a:buClr>
                <a:schemeClr val="dk1"/>
              </a:buClr>
              <a:buSzPts val="1800"/>
              <a:buFont typeface="Arial"/>
              <a:buChar char="»"/>
              <a:defRPr sz="1800"/>
            </a:lvl7pPr>
            <a:lvl8pPr marL="3657600" lvl="7" indent="-342900" algn="l">
              <a:spcBef>
                <a:spcPts val="360"/>
              </a:spcBef>
              <a:spcAft>
                <a:spcPts val="0"/>
              </a:spcAft>
              <a:buClr>
                <a:schemeClr val="dk1"/>
              </a:buClr>
              <a:buSzPts val="1800"/>
              <a:buFont typeface="Arial"/>
              <a:buChar char="»"/>
              <a:defRPr sz="1800"/>
            </a:lvl8pPr>
            <a:lvl9pPr marL="4114800" lvl="8" indent="-342900" algn="l">
              <a:spcBef>
                <a:spcPts val="360"/>
              </a:spcBef>
              <a:spcAft>
                <a:spcPts val="0"/>
              </a:spcAft>
              <a:buClr>
                <a:schemeClr val="dk1"/>
              </a:buClr>
              <a:buSzPts val="1800"/>
              <a:buFont typeface="Arial"/>
              <a:buChar char="»"/>
              <a:defRPr sz="1800"/>
            </a:lvl9pPr>
          </a:lstStyle>
          <a:p>
            <a:endParaRPr/>
          </a:p>
        </p:txBody>
      </p:sp>
      <p:sp>
        <p:nvSpPr>
          <p:cNvPr id="41" name="Google Shape;41;p6"/>
          <p:cNvSpPr txBox="1">
            <a:spLocks noGrp="1"/>
          </p:cNvSpPr>
          <p:nvPr>
            <p:ph type="dt" idx="10"/>
          </p:nvPr>
        </p:nvSpPr>
        <p:spPr>
          <a:xfrm>
            <a:off x="2195513" y="29978350"/>
            <a:ext cx="10240962" cy="2286000"/>
          </a:xfrm>
          <a:prstGeom prst="rect">
            <a:avLst/>
          </a:prstGeom>
          <a:noFill/>
          <a:ln>
            <a:noFill/>
          </a:ln>
        </p:spPr>
        <p:txBody>
          <a:bodyPr spcFirstLastPara="1" wrap="square" lIns="470250" tIns="235125" rIns="470250" bIns="235125"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6"/>
          <p:cNvSpPr txBox="1">
            <a:spLocks noGrp="1"/>
          </p:cNvSpPr>
          <p:nvPr>
            <p:ph type="ftr" idx="11"/>
          </p:nvPr>
        </p:nvSpPr>
        <p:spPr>
          <a:xfrm>
            <a:off x="14997112" y="29978350"/>
            <a:ext cx="13898562" cy="2286000"/>
          </a:xfrm>
          <a:prstGeom prst="rect">
            <a:avLst/>
          </a:prstGeom>
          <a:noFill/>
          <a:ln>
            <a:noFill/>
          </a:ln>
        </p:spPr>
        <p:txBody>
          <a:bodyPr spcFirstLastPara="1" wrap="square" lIns="470250" tIns="235125" rIns="470250" bIns="235125"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sldNum" idx="12"/>
          </p:nvPr>
        </p:nvSpPr>
        <p:spPr>
          <a:xfrm>
            <a:off x="31456312" y="29978350"/>
            <a:ext cx="10240962" cy="2286000"/>
          </a:xfrm>
          <a:prstGeom prst="rect">
            <a:avLst/>
          </a:prstGeom>
          <a:noFill/>
          <a:ln>
            <a:noFill/>
          </a:ln>
        </p:spPr>
        <p:txBody>
          <a:bodyPr spcFirstLastPara="1" wrap="square" lIns="470250" tIns="235125" rIns="470250" bIns="235125" anchor="t" anchorCtr="0">
            <a:noAutofit/>
          </a:bodyPr>
          <a:lstStyle>
            <a:lvl1pPr marL="0" marR="0" lvl="0" indent="0" algn="r">
              <a:spcBef>
                <a:spcPts val="0"/>
              </a:spcBef>
              <a:spcAft>
                <a:spcPts val="0"/>
              </a:spcAft>
              <a:buNone/>
              <a:defRPr sz="7200" b="0" i="0" u="none" strike="noStrike" cap="none">
                <a:solidFill>
                  <a:schemeClr val="dk1"/>
                </a:solidFill>
                <a:latin typeface="Arial"/>
                <a:ea typeface="Arial"/>
                <a:cs typeface="Arial"/>
                <a:sym typeface="Arial"/>
              </a:defRPr>
            </a:lvl1pPr>
            <a:lvl2pPr marL="0" marR="0" lvl="1" indent="0" algn="r">
              <a:spcBef>
                <a:spcPts val="0"/>
              </a:spcBef>
              <a:spcAft>
                <a:spcPts val="0"/>
              </a:spcAft>
              <a:buNone/>
              <a:defRPr sz="7200" b="0" i="0" u="none" strike="noStrike" cap="none">
                <a:solidFill>
                  <a:schemeClr val="dk1"/>
                </a:solidFill>
                <a:latin typeface="Arial"/>
                <a:ea typeface="Arial"/>
                <a:cs typeface="Arial"/>
                <a:sym typeface="Arial"/>
              </a:defRPr>
            </a:lvl2pPr>
            <a:lvl3pPr marL="0" marR="0" lvl="2" indent="0" algn="r">
              <a:spcBef>
                <a:spcPts val="0"/>
              </a:spcBef>
              <a:spcAft>
                <a:spcPts val="0"/>
              </a:spcAft>
              <a:buNone/>
              <a:defRPr sz="7200" b="0" i="0" u="none" strike="noStrike" cap="none">
                <a:solidFill>
                  <a:schemeClr val="dk1"/>
                </a:solidFill>
                <a:latin typeface="Arial"/>
                <a:ea typeface="Arial"/>
                <a:cs typeface="Arial"/>
                <a:sym typeface="Arial"/>
              </a:defRPr>
            </a:lvl3pPr>
            <a:lvl4pPr marL="0" marR="0" lvl="3" indent="0" algn="r">
              <a:spcBef>
                <a:spcPts val="0"/>
              </a:spcBef>
              <a:spcAft>
                <a:spcPts val="0"/>
              </a:spcAft>
              <a:buNone/>
              <a:defRPr sz="7200" b="0" i="0" u="none" strike="noStrike" cap="none">
                <a:solidFill>
                  <a:schemeClr val="dk1"/>
                </a:solidFill>
                <a:latin typeface="Arial"/>
                <a:ea typeface="Arial"/>
                <a:cs typeface="Arial"/>
                <a:sym typeface="Arial"/>
              </a:defRPr>
            </a:lvl4pPr>
            <a:lvl5pPr marL="0" marR="0" lvl="4" indent="0" algn="r">
              <a:spcBef>
                <a:spcPts val="0"/>
              </a:spcBef>
              <a:spcAft>
                <a:spcPts val="0"/>
              </a:spcAft>
              <a:buNone/>
              <a:defRPr sz="7200" b="0" i="0" u="none" strike="noStrike" cap="none">
                <a:solidFill>
                  <a:schemeClr val="dk1"/>
                </a:solidFill>
                <a:latin typeface="Arial"/>
                <a:ea typeface="Arial"/>
                <a:cs typeface="Arial"/>
                <a:sym typeface="Arial"/>
              </a:defRPr>
            </a:lvl5pPr>
            <a:lvl6pPr marL="0" marR="0" lvl="5" indent="0" algn="r">
              <a:spcBef>
                <a:spcPts val="0"/>
              </a:spcBef>
              <a:spcAft>
                <a:spcPts val="0"/>
              </a:spcAft>
              <a:buNone/>
              <a:defRPr sz="7200" b="0" i="0" u="none" strike="noStrike" cap="none">
                <a:solidFill>
                  <a:schemeClr val="dk1"/>
                </a:solidFill>
                <a:latin typeface="Arial"/>
                <a:ea typeface="Arial"/>
                <a:cs typeface="Arial"/>
                <a:sym typeface="Arial"/>
              </a:defRPr>
            </a:lvl6pPr>
            <a:lvl7pPr marL="0" marR="0" lvl="6" indent="0" algn="r">
              <a:spcBef>
                <a:spcPts val="0"/>
              </a:spcBef>
              <a:spcAft>
                <a:spcPts val="0"/>
              </a:spcAft>
              <a:buNone/>
              <a:defRPr sz="7200" b="0" i="0" u="none" strike="noStrike" cap="none">
                <a:solidFill>
                  <a:schemeClr val="dk1"/>
                </a:solidFill>
                <a:latin typeface="Arial"/>
                <a:ea typeface="Arial"/>
                <a:cs typeface="Arial"/>
                <a:sym typeface="Arial"/>
              </a:defRPr>
            </a:lvl7pPr>
            <a:lvl8pPr marL="0" marR="0" lvl="7" indent="0" algn="r">
              <a:spcBef>
                <a:spcPts val="0"/>
              </a:spcBef>
              <a:spcAft>
                <a:spcPts val="0"/>
              </a:spcAft>
              <a:buNone/>
              <a:defRPr sz="7200" b="0" i="0" u="none" strike="noStrike" cap="none">
                <a:solidFill>
                  <a:schemeClr val="dk1"/>
                </a:solidFill>
                <a:latin typeface="Arial"/>
                <a:ea typeface="Arial"/>
                <a:cs typeface="Arial"/>
                <a:sym typeface="Arial"/>
              </a:defRPr>
            </a:lvl8pPr>
            <a:lvl9pPr marL="0" marR="0" lvl="8" indent="0" algn="r">
              <a:spcBef>
                <a:spcPts val="0"/>
              </a:spcBef>
              <a:spcAft>
                <a:spcPts val="0"/>
              </a:spcAft>
              <a:buNone/>
              <a:defRPr sz="72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7"/>
          <p:cNvSpPr txBox="1">
            <a:spLocks noGrp="1"/>
          </p:cNvSpPr>
          <p:nvPr>
            <p:ph type="title"/>
          </p:nvPr>
        </p:nvSpPr>
        <p:spPr>
          <a:xfrm>
            <a:off x="2194279" y="1317625"/>
            <a:ext cx="39502643" cy="5486400"/>
          </a:xfrm>
          <a:prstGeom prst="rect">
            <a:avLst/>
          </a:prstGeom>
          <a:noFill/>
          <a:ln>
            <a:noFill/>
          </a:ln>
        </p:spPr>
        <p:txBody>
          <a:bodyPr spcFirstLastPara="1" wrap="square" lIns="470250" tIns="235125" rIns="470250" bIns="235125"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6" name="Google Shape;46;p7"/>
          <p:cNvSpPr txBox="1">
            <a:spLocks noGrp="1"/>
          </p:cNvSpPr>
          <p:nvPr>
            <p:ph type="body" idx="1"/>
          </p:nvPr>
        </p:nvSpPr>
        <p:spPr>
          <a:xfrm>
            <a:off x="2194278" y="7369176"/>
            <a:ext cx="19392900" cy="3070225"/>
          </a:xfrm>
          <a:prstGeom prst="rect">
            <a:avLst/>
          </a:prstGeom>
          <a:noFill/>
          <a:ln>
            <a:noFill/>
          </a:ln>
        </p:spPr>
        <p:txBody>
          <a:bodyPr spcFirstLastPara="1" wrap="square" lIns="470250" tIns="235125" rIns="470250" bIns="235125" anchor="b" anchorCtr="0">
            <a:noAutofit/>
          </a:bodyPr>
          <a:lstStyle>
            <a:lvl1pPr marL="457200" lvl="0" indent="-228600" algn="l">
              <a:spcBef>
                <a:spcPts val="480"/>
              </a:spcBef>
              <a:spcAft>
                <a:spcPts val="0"/>
              </a:spcAft>
              <a:buClr>
                <a:schemeClr val="dk1"/>
              </a:buClr>
              <a:buSzPts val="2400"/>
              <a:buFont typeface="Arial"/>
              <a:buNone/>
              <a:defRPr sz="2400" b="1"/>
            </a:lvl1pPr>
            <a:lvl2pPr marL="914400" lvl="1" indent="-228600" algn="l">
              <a:spcBef>
                <a:spcPts val="400"/>
              </a:spcBef>
              <a:spcAft>
                <a:spcPts val="0"/>
              </a:spcAft>
              <a:buClr>
                <a:schemeClr val="dk1"/>
              </a:buClr>
              <a:buSzPts val="2000"/>
              <a:buFont typeface="Arial"/>
              <a:buNone/>
              <a:defRPr sz="2000" b="1"/>
            </a:lvl2pPr>
            <a:lvl3pPr marL="1371600" lvl="2" indent="-228600" algn="l">
              <a:spcBef>
                <a:spcPts val="360"/>
              </a:spcBef>
              <a:spcAft>
                <a:spcPts val="0"/>
              </a:spcAft>
              <a:buClr>
                <a:schemeClr val="dk1"/>
              </a:buClr>
              <a:buSzPts val="1800"/>
              <a:buFont typeface="Arial"/>
              <a:buNone/>
              <a:defRPr sz="1800" b="1"/>
            </a:lvl3pPr>
            <a:lvl4pPr marL="1828800" lvl="3" indent="-228600" algn="l">
              <a:spcBef>
                <a:spcPts val="320"/>
              </a:spcBef>
              <a:spcAft>
                <a:spcPts val="0"/>
              </a:spcAft>
              <a:buClr>
                <a:schemeClr val="dk1"/>
              </a:buClr>
              <a:buSzPts val="1600"/>
              <a:buFont typeface="Arial"/>
              <a:buNone/>
              <a:defRPr sz="1600" b="1"/>
            </a:lvl4pPr>
            <a:lvl5pPr marL="2286000" lvl="4" indent="-228600" algn="l">
              <a:spcBef>
                <a:spcPts val="320"/>
              </a:spcBef>
              <a:spcAft>
                <a:spcPts val="0"/>
              </a:spcAft>
              <a:buClr>
                <a:schemeClr val="dk1"/>
              </a:buClr>
              <a:buSzPts val="1600"/>
              <a:buFont typeface="Arial"/>
              <a:buNone/>
              <a:defRPr sz="1600" b="1"/>
            </a:lvl5pPr>
            <a:lvl6pPr marL="2743200" lvl="5" indent="-228600" algn="l">
              <a:spcBef>
                <a:spcPts val="320"/>
              </a:spcBef>
              <a:spcAft>
                <a:spcPts val="0"/>
              </a:spcAft>
              <a:buClr>
                <a:schemeClr val="dk1"/>
              </a:buClr>
              <a:buSzPts val="1600"/>
              <a:buFont typeface="Arial"/>
              <a:buNone/>
              <a:defRPr sz="1600" b="1"/>
            </a:lvl6pPr>
            <a:lvl7pPr marL="3200400" lvl="6" indent="-228600" algn="l">
              <a:spcBef>
                <a:spcPts val="320"/>
              </a:spcBef>
              <a:spcAft>
                <a:spcPts val="0"/>
              </a:spcAft>
              <a:buClr>
                <a:schemeClr val="dk1"/>
              </a:buClr>
              <a:buSzPts val="1600"/>
              <a:buFont typeface="Arial"/>
              <a:buNone/>
              <a:defRPr sz="1600" b="1"/>
            </a:lvl7pPr>
            <a:lvl8pPr marL="3657600" lvl="7" indent="-228600" algn="l">
              <a:spcBef>
                <a:spcPts val="320"/>
              </a:spcBef>
              <a:spcAft>
                <a:spcPts val="0"/>
              </a:spcAft>
              <a:buClr>
                <a:schemeClr val="dk1"/>
              </a:buClr>
              <a:buSzPts val="1600"/>
              <a:buFont typeface="Arial"/>
              <a:buNone/>
              <a:defRPr sz="1600" b="1"/>
            </a:lvl8pPr>
            <a:lvl9pPr marL="4114800" lvl="8" indent="-228600" algn="l">
              <a:spcBef>
                <a:spcPts val="320"/>
              </a:spcBef>
              <a:spcAft>
                <a:spcPts val="0"/>
              </a:spcAft>
              <a:buClr>
                <a:schemeClr val="dk1"/>
              </a:buClr>
              <a:buSzPts val="1600"/>
              <a:buFont typeface="Arial"/>
              <a:buNone/>
              <a:defRPr sz="1600" b="1"/>
            </a:lvl9pPr>
          </a:lstStyle>
          <a:p>
            <a:endParaRPr/>
          </a:p>
        </p:txBody>
      </p:sp>
      <p:sp>
        <p:nvSpPr>
          <p:cNvPr id="47" name="Google Shape;47;p7"/>
          <p:cNvSpPr txBox="1">
            <a:spLocks noGrp="1"/>
          </p:cNvSpPr>
          <p:nvPr>
            <p:ph type="body" idx="2"/>
          </p:nvPr>
        </p:nvSpPr>
        <p:spPr>
          <a:xfrm>
            <a:off x="2194278" y="10439401"/>
            <a:ext cx="19392900" cy="18965862"/>
          </a:xfrm>
          <a:prstGeom prst="rect">
            <a:avLst/>
          </a:prstGeom>
          <a:noFill/>
          <a:ln>
            <a:noFill/>
          </a:ln>
        </p:spPr>
        <p:txBody>
          <a:bodyPr spcFirstLastPara="1" wrap="square" lIns="470250" tIns="235125" rIns="470250" bIns="235125" anchor="t" anchorCtr="0">
            <a:noAutofit/>
          </a:bodyPr>
          <a:lstStyle>
            <a:lvl1pPr marL="457200" lvl="0" indent="-381000" algn="l">
              <a:spcBef>
                <a:spcPts val="480"/>
              </a:spcBef>
              <a:spcAft>
                <a:spcPts val="0"/>
              </a:spcAft>
              <a:buClr>
                <a:schemeClr val="dk1"/>
              </a:buClr>
              <a:buSzPts val="2400"/>
              <a:buFont typeface="Arial"/>
              <a:buChar char="•"/>
              <a:defRPr sz="2400"/>
            </a:lvl1pPr>
            <a:lvl2pPr marL="914400" lvl="1" indent="-355600" algn="l">
              <a:spcBef>
                <a:spcPts val="400"/>
              </a:spcBef>
              <a:spcAft>
                <a:spcPts val="0"/>
              </a:spcAft>
              <a:buClr>
                <a:schemeClr val="dk1"/>
              </a:buClr>
              <a:buSzPts val="2000"/>
              <a:buFont typeface="Arial"/>
              <a:buChar char="–"/>
              <a:defRPr sz="2000"/>
            </a:lvl2pPr>
            <a:lvl3pPr marL="1371600" lvl="2" indent="-342900" algn="l">
              <a:spcBef>
                <a:spcPts val="360"/>
              </a:spcBef>
              <a:spcAft>
                <a:spcPts val="0"/>
              </a:spcAft>
              <a:buClr>
                <a:schemeClr val="dk1"/>
              </a:buClr>
              <a:buSzPts val="1800"/>
              <a:buFont typeface="Arial"/>
              <a:buChar char="•"/>
              <a:defRPr sz="1800"/>
            </a:lvl3pPr>
            <a:lvl4pPr marL="1828800" lvl="3" indent="-330200" algn="l">
              <a:spcBef>
                <a:spcPts val="320"/>
              </a:spcBef>
              <a:spcAft>
                <a:spcPts val="0"/>
              </a:spcAft>
              <a:buClr>
                <a:schemeClr val="dk1"/>
              </a:buClr>
              <a:buSzPts val="1600"/>
              <a:buFont typeface="Arial"/>
              <a:buChar char="–"/>
              <a:defRPr sz="1600"/>
            </a:lvl4pPr>
            <a:lvl5pPr marL="2286000" lvl="4" indent="-330200" algn="l">
              <a:spcBef>
                <a:spcPts val="320"/>
              </a:spcBef>
              <a:spcAft>
                <a:spcPts val="0"/>
              </a:spcAft>
              <a:buClr>
                <a:schemeClr val="dk1"/>
              </a:buClr>
              <a:buSzPts val="1600"/>
              <a:buFont typeface="Arial"/>
              <a:buChar char="»"/>
              <a:defRPr sz="1600"/>
            </a:lvl5pPr>
            <a:lvl6pPr marL="2743200" lvl="5" indent="-330200" algn="l">
              <a:spcBef>
                <a:spcPts val="320"/>
              </a:spcBef>
              <a:spcAft>
                <a:spcPts val="0"/>
              </a:spcAft>
              <a:buClr>
                <a:schemeClr val="dk1"/>
              </a:buClr>
              <a:buSzPts val="1600"/>
              <a:buFont typeface="Arial"/>
              <a:buChar char="»"/>
              <a:defRPr sz="1600"/>
            </a:lvl6pPr>
            <a:lvl7pPr marL="3200400" lvl="6" indent="-330200" algn="l">
              <a:spcBef>
                <a:spcPts val="320"/>
              </a:spcBef>
              <a:spcAft>
                <a:spcPts val="0"/>
              </a:spcAft>
              <a:buClr>
                <a:schemeClr val="dk1"/>
              </a:buClr>
              <a:buSzPts val="1600"/>
              <a:buFont typeface="Arial"/>
              <a:buChar char="»"/>
              <a:defRPr sz="1600"/>
            </a:lvl7pPr>
            <a:lvl8pPr marL="3657600" lvl="7" indent="-330200" algn="l">
              <a:spcBef>
                <a:spcPts val="320"/>
              </a:spcBef>
              <a:spcAft>
                <a:spcPts val="0"/>
              </a:spcAft>
              <a:buClr>
                <a:schemeClr val="dk1"/>
              </a:buClr>
              <a:buSzPts val="1600"/>
              <a:buFont typeface="Arial"/>
              <a:buChar char="»"/>
              <a:defRPr sz="1600"/>
            </a:lvl8pPr>
            <a:lvl9pPr marL="4114800" lvl="8" indent="-330200" algn="l">
              <a:spcBef>
                <a:spcPts val="320"/>
              </a:spcBef>
              <a:spcAft>
                <a:spcPts val="0"/>
              </a:spcAft>
              <a:buClr>
                <a:schemeClr val="dk1"/>
              </a:buClr>
              <a:buSzPts val="1600"/>
              <a:buFont typeface="Arial"/>
              <a:buChar char="»"/>
              <a:defRPr sz="1600"/>
            </a:lvl9pPr>
          </a:lstStyle>
          <a:p>
            <a:endParaRPr/>
          </a:p>
        </p:txBody>
      </p:sp>
      <p:sp>
        <p:nvSpPr>
          <p:cNvPr id="48" name="Google Shape;48;p7"/>
          <p:cNvSpPr txBox="1">
            <a:spLocks noGrp="1"/>
          </p:cNvSpPr>
          <p:nvPr>
            <p:ph type="body" idx="3"/>
          </p:nvPr>
        </p:nvSpPr>
        <p:spPr>
          <a:xfrm>
            <a:off x="22295555" y="7369176"/>
            <a:ext cx="19401368" cy="3070225"/>
          </a:xfrm>
          <a:prstGeom prst="rect">
            <a:avLst/>
          </a:prstGeom>
          <a:noFill/>
          <a:ln>
            <a:noFill/>
          </a:ln>
        </p:spPr>
        <p:txBody>
          <a:bodyPr spcFirstLastPara="1" wrap="square" lIns="470250" tIns="235125" rIns="470250" bIns="235125" anchor="b" anchorCtr="0">
            <a:noAutofit/>
          </a:bodyPr>
          <a:lstStyle>
            <a:lvl1pPr marL="457200" lvl="0" indent="-228600" algn="l">
              <a:spcBef>
                <a:spcPts val="480"/>
              </a:spcBef>
              <a:spcAft>
                <a:spcPts val="0"/>
              </a:spcAft>
              <a:buClr>
                <a:schemeClr val="dk1"/>
              </a:buClr>
              <a:buSzPts val="2400"/>
              <a:buFont typeface="Arial"/>
              <a:buNone/>
              <a:defRPr sz="2400" b="1"/>
            </a:lvl1pPr>
            <a:lvl2pPr marL="914400" lvl="1" indent="-228600" algn="l">
              <a:spcBef>
                <a:spcPts val="400"/>
              </a:spcBef>
              <a:spcAft>
                <a:spcPts val="0"/>
              </a:spcAft>
              <a:buClr>
                <a:schemeClr val="dk1"/>
              </a:buClr>
              <a:buSzPts val="2000"/>
              <a:buFont typeface="Arial"/>
              <a:buNone/>
              <a:defRPr sz="2000" b="1"/>
            </a:lvl2pPr>
            <a:lvl3pPr marL="1371600" lvl="2" indent="-228600" algn="l">
              <a:spcBef>
                <a:spcPts val="360"/>
              </a:spcBef>
              <a:spcAft>
                <a:spcPts val="0"/>
              </a:spcAft>
              <a:buClr>
                <a:schemeClr val="dk1"/>
              </a:buClr>
              <a:buSzPts val="1800"/>
              <a:buFont typeface="Arial"/>
              <a:buNone/>
              <a:defRPr sz="1800" b="1"/>
            </a:lvl3pPr>
            <a:lvl4pPr marL="1828800" lvl="3" indent="-228600" algn="l">
              <a:spcBef>
                <a:spcPts val="320"/>
              </a:spcBef>
              <a:spcAft>
                <a:spcPts val="0"/>
              </a:spcAft>
              <a:buClr>
                <a:schemeClr val="dk1"/>
              </a:buClr>
              <a:buSzPts val="1600"/>
              <a:buFont typeface="Arial"/>
              <a:buNone/>
              <a:defRPr sz="1600" b="1"/>
            </a:lvl4pPr>
            <a:lvl5pPr marL="2286000" lvl="4" indent="-228600" algn="l">
              <a:spcBef>
                <a:spcPts val="320"/>
              </a:spcBef>
              <a:spcAft>
                <a:spcPts val="0"/>
              </a:spcAft>
              <a:buClr>
                <a:schemeClr val="dk1"/>
              </a:buClr>
              <a:buSzPts val="1600"/>
              <a:buFont typeface="Arial"/>
              <a:buNone/>
              <a:defRPr sz="1600" b="1"/>
            </a:lvl5pPr>
            <a:lvl6pPr marL="2743200" lvl="5" indent="-228600" algn="l">
              <a:spcBef>
                <a:spcPts val="320"/>
              </a:spcBef>
              <a:spcAft>
                <a:spcPts val="0"/>
              </a:spcAft>
              <a:buClr>
                <a:schemeClr val="dk1"/>
              </a:buClr>
              <a:buSzPts val="1600"/>
              <a:buFont typeface="Arial"/>
              <a:buNone/>
              <a:defRPr sz="1600" b="1"/>
            </a:lvl6pPr>
            <a:lvl7pPr marL="3200400" lvl="6" indent="-228600" algn="l">
              <a:spcBef>
                <a:spcPts val="320"/>
              </a:spcBef>
              <a:spcAft>
                <a:spcPts val="0"/>
              </a:spcAft>
              <a:buClr>
                <a:schemeClr val="dk1"/>
              </a:buClr>
              <a:buSzPts val="1600"/>
              <a:buFont typeface="Arial"/>
              <a:buNone/>
              <a:defRPr sz="1600" b="1"/>
            </a:lvl7pPr>
            <a:lvl8pPr marL="3657600" lvl="7" indent="-228600" algn="l">
              <a:spcBef>
                <a:spcPts val="320"/>
              </a:spcBef>
              <a:spcAft>
                <a:spcPts val="0"/>
              </a:spcAft>
              <a:buClr>
                <a:schemeClr val="dk1"/>
              </a:buClr>
              <a:buSzPts val="1600"/>
              <a:buFont typeface="Arial"/>
              <a:buNone/>
              <a:defRPr sz="1600" b="1"/>
            </a:lvl8pPr>
            <a:lvl9pPr marL="4114800" lvl="8" indent="-228600" algn="l">
              <a:spcBef>
                <a:spcPts val="320"/>
              </a:spcBef>
              <a:spcAft>
                <a:spcPts val="0"/>
              </a:spcAft>
              <a:buClr>
                <a:schemeClr val="dk1"/>
              </a:buClr>
              <a:buSzPts val="1600"/>
              <a:buFont typeface="Arial"/>
              <a:buNone/>
              <a:defRPr sz="1600" b="1"/>
            </a:lvl9pPr>
          </a:lstStyle>
          <a:p>
            <a:endParaRPr/>
          </a:p>
        </p:txBody>
      </p:sp>
      <p:sp>
        <p:nvSpPr>
          <p:cNvPr id="49" name="Google Shape;49;p7"/>
          <p:cNvSpPr txBox="1">
            <a:spLocks noGrp="1"/>
          </p:cNvSpPr>
          <p:nvPr>
            <p:ph type="body" idx="4"/>
          </p:nvPr>
        </p:nvSpPr>
        <p:spPr>
          <a:xfrm>
            <a:off x="22295555" y="10439401"/>
            <a:ext cx="19401368" cy="18965862"/>
          </a:xfrm>
          <a:prstGeom prst="rect">
            <a:avLst/>
          </a:prstGeom>
          <a:noFill/>
          <a:ln>
            <a:noFill/>
          </a:ln>
        </p:spPr>
        <p:txBody>
          <a:bodyPr spcFirstLastPara="1" wrap="square" lIns="470250" tIns="235125" rIns="470250" bIns="235125" anchor="t" anchorCtr="0">
            <a:noAutofit/>
          </a:bodyPr>
          <a:lstStyle>
            <a:lvl1pPr marL="457200" lvl="0" indent="-381000" algn="l">
              <a:spcBef>
                <a:spcPts val="480"/>
              </a:spcBef>
              <a:spcAft>
                <a:spcPts val="0"/>
              </a:spcAft>
              <a:buClr>
                <a:schemeClr val="dk1"/>
              </a:buClr>
              <a:buSzPts val="2400"/>
              <a:buFont typeface="Arial"/>
              <a:buChar char="•"/>
              <a:defRPr sz="2400"/>
            </a:lvl1pPr>
            <a:lvl2pPr marL="914400" lvl="1" indent="-355600" algn="l">
              <a:spcBef>
                <a:spcPts val="400"/>
              </a:spcBef>
              <a:spcAft>
                <a:spcPts val="0"/>
              </a:spcAft>
              <a:buClr>
                <a:schemeClr val="dk1"/>
              </a:buClr>
              <a:buSzPts val="2000"/>
              <a:buFont typeface="Arial"/>
              <a:buChar char="–"/>
              <a:defRPr sz="2000"/>
            </a:lvl2pPr>
            <a:lvl3pPr marL="1371600" lvl="2" indent="-342900" algn="l">
              <a:spcBef>
                <a:spcPts val="360"/>
              </a:spcBef>
              <a:spcAft>
                <a:spcPts val="0"/>
              </a:spcAft>
              <a:buClr>
                <a:schemeClr val="dk1"/>
              </a:buClr>
              <a:buSzPts val="1800"/>
              <a:buFont typeface="Arial"/>
              <a:buChar char="•"/>
              <a:defRPr sz="1800"/>
            </a:lvl3pPr>
            <a:lvl4pPr marL="1828800" lvl="3" indent="-330200" algn="l">
              <a:spcBef>
                <a:spcPts val="320"/>
              </a:spcBef>
              <a:spcAft>
                <a:spcPts val="0"/>
              </a:spcAft>
              <a:buClr>
                <a:schemeClr val="dk1"/>
              </a:buClr>
              <a:buSzPts val="1600"/>
              <a:buFont typeface="Arial"/>
              <a:buChar char="–"/>
              <a:defRPr sz="1600"/>
            </a:lvl4pPr>
            <a:lvl5pPr marL="2286000" lvl="4" indent="-330200" algn="l">
              <a:spcBef>
                <a:spcPts val="320"/>
              </a:spcBef>
              <a:spcAft>
                <a:spcPts val="0"/>
              </a:spcAft>
              <a:buClr>
                <a:schemeClr val="dk1"/>
              </a:buClr>
              <a:buSzPts val="1600"/>
              <a:buFont typeface="Arial"/>
              <a:buChar char="»"/>
              <a:defRPr sz="1600"/>
            </a:lvl5pPr>
            <a:lvl6pPr marL="2743200" lvl="5" indent="-330200" algn="l">
              <a:spcBef>
                <a:spcPts val="320"/>
              </a:spcBef>
              <a:spcAft>
                <a:spcPts val="0"/>
              </a:spcAft>
              <a:buClr>
                <a:schemeClr val="dk1"/>
              </a:buClr>
              <a:buSzPts val="1600"/>
              <a:buFont typeface="Arial"/>
              <a:buChar char="»"/>
              <a:defRPr sz="1600"/>
            </a:lvl6pPr>
            <a:lvl7pPr marL="3200400" lvl="6" indent="-330200" algn="l">
              <a:spcBef>
                <a:spcPts val="320"/>
              </a:spcBef>
              <a:spcAft>
                <a:spcPts val="0"/>
              </a:spcAft>
              <a:buClr>
                <a:schemeClr val="dk1"/>
              </a:buClr>
              <a:buSzPts val="1600"/>
              <a:buFont typeface="Arial"/>
              <a:buChar char="»"/>
              <a:defRPr sz="1600"/>
            </a:lvl7pPr>
            <a:lvl8pPr marL="3657600" lvl="7" indent="-330200" algn="l">
              <a:spcBef>
                <a:spcPts val="320"/>
              </a:spcBef>
              <a:spcAft>
                <a:spcPts val="0"/>
              </a:spcAft>
              <a:buClr>
                <a:schemeClr val="dk1"/>
              </a:buClr>
              <a:buSzPts val="1600"/>
              <a:buFont typeface="Arial"/>
              <a:buChar char="»"/>
              <a:defRPr sz="1600"/>
            </a:lvl8pPr>
            <a:lvl9pPr marL="4114800" lvl="8" indent="-330200" algn="l">
              <a:spcBef>
                <a:spcPts val="320"/>
              </a:spcBef>
              <a:spcAft>
                <a:spcPts val="0"/>
              </a:spcAft>
              <a:buClr>
                <a:schemeClr val="dk1"/>
              </a:buClr>
              <a:buSzPts val="1600"/>
              <a:buFont typeface="Arial"/>
              <a:buChar char="»"/>
              <a:defRPr sz="1600"/>
            </a:lvl9pPr>
          </a:lstStyle>
          <a:p>
            <a:endParaRPr/>
          </a:p>
        </p:txBody>
      </p:sp>
      <p:sp>
        <p:nvSpPr>
          <p:cNvPr id="50" name="Google Shape;50;p7"/>
          <p:cNvSpPr txBox="1">
            <a:spLocks noGrp="1"/>
          </p:cNvSpPr>
          <p:nvPr>
            <p:ph type="dt" idx="10"/>
          </p:nvPr>
        </p:nvSpPr>
        <p:spPr>
          <a:xfrm>
            <a:off x="2195513" y="29978350"/>
            <a:ext cx="10240962" cy="2286000"/>
          </a:xfrm>
          <a:prstGeom prst="rect">
            <a:avLst/>
          </a:prstGeom>
          <a:noFill/>
          <a:ln>
            <a:noFill/>
          </a:ln>
        </p:spPr>
        <p:txBody>
          <a:bodyPr spcFirstLastPara="1" wrap="square" lIns="470250" tIns="235125" rIns="470250" bIns="235125"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7"/>
          <p:cNvSpPr txBox="1">
            <a:spLocks noGrp="1"/>
          </p:cNvSpPr>
          <p:nvPr>
            <p:ph type="ftr" idx="11"/>
          </p:nvPr>
        </p:nvSpPr>
        <p:spPr>
          <a:xfrm>
            <a:off x="14997112" y="29978350"/>
            <a:ext cx="13898562" cy="2286000"/>
          </a:xfrm>
          <a:prstGeom prst="rect">
            <a:avLst/>
          </a:prstGeom>
          <a:noFill/>
          <a:ln>
            <a:noFill/>
          </a:ln>
        </p:spPr>
        <p:txBody>
          <a:bodyPr spcFirstLastPara="1" wrap="square" lIns="470250" tIns="235125" rIns="470250" bIns="235125"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sldNum" idx="12"/>
          </p:nvPr>
        </p:nvSpPr>
        <p:spPr>
          <a:xfrm>
            <a:off x="31456312" y="29978350"/>
            <a:ext cx="10240962" cy="2286000"/>
          </a:xfrm>
          <a:prstGeom prst="rect">
            <a:avLst/>
          </a:prstGeom>
          <a:noFill/>
          <a:ln>
            <a:noFill/>
          </a:ln>
        </p:spPr>
        <p:txBody>
          <a:bodyPr spcFirstLastPara="1" wrap="square" lIns="470250" tIns="235125" rIns="470250" bIns="235125" anchor="t" anchorCtr="0">
            <a:noAutofit/>
          </a:bodyPr>
          <a:lstStyle>
            <a:lvl1pPr marL="0" marR="0" lvl="0" indent="0" algn="r">
              <a:spcBef>
                <a:spcPts val="0"/>
              </a:spcBef>
              <a:spcAft>
                <a:spcPts val="0"/>
              </a:spcAft>
              <a:buNone/>
              <a:defRPr sz="7200" b="0" i="0" u="none" strike="noStrike" cap="none">
                <a:solidFill>
                  <a:schemeClr val="dk1"/>
                </a:solidFill>
                <a:latin typeface="Arial"/>
                <a:ea typeface="Arial"/>
                <a:cs typeface="Arial"/>
                <a:sym typeface="Arial"/>
              </a:defRPr>
            </a:lvl1pPr>
            <a:lvl2pPr marL="0" marR="0" lvl="1" indent="0" algn="r">
              <a:spcBef>
                <a:spcPts val="0"/>
              </a:spcBef>
              <a:spcAft>
                <a:spcPts val="0"/>
              </a:spcAft>
              <a:buNone/>
              <a:defRPr sz="7200" b="0" i="0" u="none" strike="noStrike" cap="none">
                <a:solidFill>
                  <a:schemeClr val="dk1"/>
                </a:solidFill>
                <a:latin typeface="Arial"/>
                <a:ea typeface="Arial"/>
                <a:cs typeface="Arial"/>
                <a:sym typeface="Arial"/>
              </a:defRPr>
            </a:lvl2pPr>
            <a:lvl3pPr marL="0" marR="0" lvl="2" indent="0" algn="r">
              <a:spcBef>
                <a:spcPts val="0"/>
              </a:spcBef>
              <a:spcAft>
                <a:spcPts val="0"/>
              </a:spcAft>
              <a:buNone/>
              <a:defRPr sz="7200" b="0" i="0" u="none" strike="noStrike" cap="none">
                <a:solidFill>
                  <a:schemeClr val="dk1"/>
                </a:solidFill>
                <a:latin typeface="Arial"/>
                <a:ea typeface="Arial"/>
                <a:cs typeface="Arial"/>
                <a:sym typeface="Arial"/>
              </a:defRPr>
            </a:lvl3pPr>
            <a:lvl4pPr marL="0" marR="0" lvl="3" indent="0" algn="r">
              <a:spcBef>
                <a:spcPts val="0"/>
              </a:spcBef>
              <a:spcAft>
                <a:spcPts val="0"/>
              </a:spcAft>
              <a:buNone/>
              <a:defRPr sz="7200" b="0" i="0" u="none" strike="noStrike" cap="none">
                <a:solidFill>
                  <a:schemeClr val="dk1"/>
                </a:solidFill>
                <a:latin typeface="Arial"/>
                <a:ea typeface="Arial"/>
                <a:cs typeface="Arial"/>
                <a:sym typeface="Arial"/>
              </a:defRPr>
            </a:lvl4pPr>
            <a:lvl5pPr marL="0" marR="0" lvl="4" indent="0" algn="r">
              <a:spcBef>
                <a:spcPts val="0"/>
              </a:spcBef>
              <a:spcAft>
                <a:spcPts val="0"/>
              </a:spcAft>
              <a:buNone/>
              <a:defRPr sz="7200" b="0" i="0" u="none" strike="noStrike" cap="none">
                <a:solidFill>
                  <a:schemeClr val="dk1"/>
                </a:solidFill>
                <a:latin typeface="Arial"/>
                <a:ea typeface="Arial"/>
                <a:cs typeface="Arial"/>
                <a:sym typeface="Arial"/>
              </a:defRPr>
            </a:lvl5pPr>
            <a:lvl6pPr marL="0" marR="0" lvl="5" indent="0" algn="r">
              <a:spcBef>
                <a:spcPts val="0"/>
              </a:spcBef>
              <a:spcAft>
                <a:spcPts val="0"/>
              </a:spcAft>
              <a:buNone/>
              <a:defRPr sz="7200" b="0" i="0" u="none" strike="noStrike" cap="none">
                <a:solidFill>
                  <a:schemeClr val="dk1"/>
                </a:solidFill>
                <a:latin typeface="Arial"/>
                <a:ea typeface="Arial"/>
                <a:cs typeface="Arial"/>
                <a:sym typeface="Arial"/>
              </a:defRPr>
            </a:lvl6pPr>
            <a:lvl7pPr marL="0" marR="0" lvl="6" indent="0" algn="r">
              <a:spcBef>
                <a:spcPts val="0"/>
              </a:spcBef>
              <a:spcAft>
                <a:spcPts val="0"/>
              </a:spcAft>
              <a:buNone/>
              <a:defRPr sz="7200" b="0" i="0" u="none" strike="noStrike" cap="none">
                <a:solidFill>
                  <a:schemeClr val="dk1"/>
                </a:solidFill>
                <a:latin typeface="Arial"/>
                <a:ea typeface="Arial"/>
                <a:cs typeface="Arial"/>
                <a:sym typeface="Arial"/>
              </a:defRPr>
            </a:lvl7pPr>
            <a:lvl8pPr marL="0" marR="0" lvl="7" indent="0" algn="r">
              <a:spcBef>
                <a:spcPts val="0"/>
              </a:spcBef>
              <a:spcAft>
                <a:spcPts val="0"/>
              </a:spcAft>
              <a:buNone/>
              <a:defRPr sz="7200" b="0" i="0" u="none" strike="noStrike" cap="none">
                <a:solidFill>
                  <a:schemeClr val="dk1"/>
                </a:solidFill>
                <a:latin typeface="Arial"/>
                <a:ea typeface="Arial"/>
                <a:cs typeface="Arial"/>
                <a:sym typeface="Arial"/>
              </a:defRPr>
            </a:lvl8pPr>
            <a:lvl9pPr marL="0" marR="0" lvl="8" indent="0" algn="r">
              <a:spcBef>
                <a:spcPts val="0"/>
              </a:spcBef>
              <a:spcAft>
                <a:spcPts val="0"/>
              </a:spcAft>
              <a:buNone/>
              <a:defRPr sz="72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8"/>
          <p:cNvSpPr txBox="1">
            <a:spLocks noGrp="1"/>
          </p:cNvSpPr>
          <p:nvPr>
            <p:ph type="title"/>
          </p:nvPr>
        </p:nvSpPr>
        <p:spPr>
          <a:xfrm>
            <a:off x="2195513" y="1319213"/>
            <a:ext cx="39501762" cy="5486400"/>
          </a:xfrm>
          <a:prstGeom prst="rect">
            <a:avLst/>
          </a:prstGeom>
          <a:noFill/>
          <a:ln>
            <a:noFill/>
          </a:ln>
        </p:spPr>
        <p:txBody>
          <a:bodyPr spcFirstLastPara="1" wrap="square" lIns="470250" tIns="235125" rIns="470250" bIns="235125"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5" name="Google Shape;55;p8"/>
          <p:cNvSpPr txBox="1">
            <a:spLocks noGrp="1"/>
          </p:cNvSpPr>
          <p:nvPr>
            <p:ph type="dt" idx="10"/>
          </p:nvPr>
        </p:nvSpPr>
        <p:spPr>
          <a:xfrm>
            <a:off x="2195513" y="29978350"/>
            <a:ext cx="10240962" cy="2286000"/>
          </a:xfrm>
          <a:prstGeom prst="rect">
            <a:avLst/>
          </a:prstGeom>
          <a:noFill/>
          <a:ln>
            <a:noFill/>
          </a:ln>
        </p:spPr>
        <p:txBody>
          <a:bodyPr spcFirstLastPara="1" wrap="square" lIns="470250" tIns="235125" rIns="470250" bIns="235125"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14997112" y="29978350"/>
            <a:ext cx="13898562" cy="2286000"/>
          </a:xfrm>
          <a:prstGeom prst="rect">
            <a:avLst/>
          </a:prstGeom>
          <a:noFill/>
          <a:ln>
            <a:noFill/>
          </a:ln>
        </p:spPr>
        <p:txBody>
          <a:bodyPr spcFirstLastPara="1" wrap="square" lIns="470250" tIns="235125" rIns="470250" bIns="235125"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31456312" y="29978350"/>
            <a:ext cx="10240962" cy="2286000"/>
          </a:xfrm>
          <a:prstGeom prst="rect">
            <a:avLst/>
          </a:prstGeom>
          <a:noFill/>
          <a:ln>
            <a:noFill/>
          </a:ln>
        </p:spPr>
        <p:txBody>
          <a:bodyPr spcFirstLastPara="1" wrap="square" lIns="470250" tIns="235125" rIns="470250" bIns="235125" anchor="t" anchorCtr="0">
            <a:noAutofit/>
          </a:bodyPr>
          <a:lstStyle>
            <a:lvl1pPr marL="0" marR="0" lvl="0" indent="0" algn="r">
              <a:spcBef>
                <a:spcPts val="0"/>
              </a:spcBef>
              <a:spcAft>
                <a:spcPts val="0"/>
              </a:spcAft>
              <a:buNone/>
              <a:defRPr sz="7200" b="0" i="0" u="none" strike="noStrike" cap="none">
                <a:solidFill>
                  <a:schemeClr val="dk1"/>
                </a:solidFill>
                <a:latin typeface="Arial"/>
                <a:ea typeface="Arial"/>
                <a:cs typeface="Arial"/>
                <a:sym typeface="Arial"/>
              </a:defRPr>
            </a:lvl1pPr>
            <a:lvl2pPr marL="0" marR="0" lvl="1" indent="0" algn="r">
              <a:spcBef>
                <a:spcPts val="0"/>
              </a:spcBef>
              <a:spcAft>
                <a:spcPts val="0"/>
              </a:spcAft>
              <a:buNone/>
              <a:defRPr sz="7200" b="0" i="0" u="none" strike="noStrike" cap="none">
                <a:solidFill>
                  <a:schemeClr val="dk1"/>
                </a:solidFill>
                <a:latin typeface="Arial"/>
                <a:ea typeface="Arial"/>
                <a:cs typeface="Arial"/>
                <a:sym typeface="Arial"/>
              </a:defRPr>
            </a:lvl2pPr>
            <a:lvl3pPr marL="0" marR="0" lvl="2" indent="0" algn="r">
              <a:spcBef>
                <a:spcPts val="0"/>
              </a:spcBef>
              <a:spcAft>
                <a:spcPts val="0"/>
              </a:spcAft>
              <a:buNone/>
              <a:defRPr sz="7200" b="0" i="0" u="none" strike="noStrike" cap="none">
                <a:solidFill>
                  <a:schemeClr val="dk1"/>
                </a:solidFill>
                <a:latin typeface="Arial"/>
                <a:ea typeface="Arial"/>
                <a:cs typeface="Arial"/>
                <a:sym typeface="Arial"/>
              </a:defRPr>
            </a:lvl3pPr>
            <a:lvl4pPr marL="0" marR="0" lvl="3" indent="0" algn="r">
              <a:spcBef>
                <a:spcPts val="0"/>
              </a:spcBef>
              <a:spcAft>
                <a:spcPts val="0"/>
              </a:spcAft>
              <a:buNone/>
              <a:defRPr sz="7200" b="0" i="0" u="none" strike="noStrike" cap="none">
                <a:solidFill>
                  <a:schemeClr val="dk1"/>
                </a:solidFill>
                <a:latin typeface="Arial"/>
                <a:ea typeface="Arial"/>
                <a:cs typeface="Arial"/>
                <a:sym typeface="Arial"/>
              </a:defRPr>
            </a:lvl4pPr>
            <a:lvl5pPr marL="0" marR="0" lvl="4" indent="0" algn="r">
              <a:spcBef>
                <a:spcPts val="0"/>
              </a:spcBef>
              <a:spcAft>
                <a:spcPts val="0"/>
              </a:spcAft>
              <a:buNone/>
              <a:defRPr sz="7200" b="0" i="0" u="none" strike="noStrike" cap="none">
                <a:solidFill>
                  <a:schemeClr val="dk1"/>
                </a:solidFill>
                <a:latin typeface="Arial"/>
                <a:ea typeface="Arial"/>
                <a:cs typeface="Arial"/>
                <a:sym typeface="Arial"/>
              </a:defRPr>
            </a:lvl5pPr>
            <a:lvl6pPr marL="0" marR="0" lvl="5" indent="0" algn="r">
              <a:spcBef>
                <a:spcPts val="0"/>
              </a:spcBef>
              <a:spcAft>
                <a:spcPts val="0"/>
              </a:spcAft>
              <a:buNone/>
              <a:defRPr sz="7200" b="0" i="0" u="none" strike="noStrike" cap="none">
                <a:solidFill>
                  <a:schemeClr val="dk1"/>
                </a:solidFill>
                <a:latin typeface="Arial"/>
                <a:ea typeface="Arial"/>
                <a:cs typeface="Arial"/>
                <a:sym typeface="Arial"/>
              </a:defRPr>
            </a:lvl6pPr>
            <a:lvl7pPr marL="0" marR="0" lvl="6" indent="0" algn="r">
              <a:spcBef>
                <a:spcPts val="0"/>
              </a:spcBef>
              <a:spcAft>
                <a:spcPts val="0"/>
              </a:spcAft>
              <a:buNone/>
              <a:defRPr sz="7200" b="0" i="0" u="none" strike="noStrike" cap="none">
                <a:solidFill>
                  <a:schemeClr val="dk1"/>
                </a:solidFill>
                <a:latin typeface="Arial"/>
                <a:ea typeface="Arial"/>
                <a:cs typeface="Arial"/>
                <a:sym typeface="Arial"/>
              </a:defRPr>
            </a:lvl7pPr>
            <a:lvl8pPr marL="0" marR="0" lvl="7" indent="0" algn="r">
              <a:spcBef>
                <a:spcPts val="0"/>
              </a:spcBef>
              <a:spcAft>
                <a:spcPts val="0"/>
              </a:spcAft>
              <a:buNone/>
              <a:defRPr sz="7200" b="0" i="0" u="none" strike="noStrike" cap="none">
                <a:solidFill>
                  <a:schemeClr val="dk1"/>
                </a:solidFill>
                <a:latin typeface="Arial"/>
                <a:ea typeface="Arial"/>
                <a:cs typeface="Arial"/>
                <a:sym typeface="Arial"/>
              </a:defRPr>
            </a:lvl8pPr>
            <a:lvl9pPr marL="0" marR="0" lvl="8" indent="0" algn="r">
              <a:spcBef>
                <a:spcPts val="0"/>
              </a:spcBef>
              <a:spcAft>
                <a:spcPts val="0"/>
              </a:spcAft>
              <a:buNone/>
              <a:defRPr sz="72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8"/>
        <p:cNvGrpSpPr/>
        <p:nvPr/>
      </p:nvGrpSpPr>
      <p:grpSpPr>
        <a:xfrm>
          <a:off x="0" y="0"/>
          <a:ext cx="0" cy="0"/>
          <a:chOff x="0" y="0"/>
          <a:chExt cx="0" cy="0"/>
        </a:xfrm>
      </p:grpSpPr>
      <p:sp>
        <p:nvSpPr>
          <p:cNvPr id="59" name="Google Shape;59;p9"/>
          <p:cNvSpPr txBox="1">
            <a:spLocks noGrp="1"/>
          </p:cNvSpPr>
          <p:nvPr>
            <p:ph type="dt" idx="10"/>
          </p:nvPr>
        </p:nvSpPr>
        <p:spPr>
          <a:xfrm>
            <a:off x="2195513" y="29978350"/>
            <a:ext cx="10240962" cy="2286000"/>
          </a:xfrm>
          <a:prstGeom prst="rect">
            <a:avLst/>
          </a:prstGeom>
          <a:noFill/>
          <a:ln>
            <a:noFill/>
          </a:ln>
        </p:spPr>
        <p:txBody>
          <a:bodyPr spcFirstLastPara="1" wrap="square" lIns="470250" tIns="235125" rIns="470250" bIns="235125"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ftr" idx="11"/>
          </p:nvPr>
        </p:nvSpPr>
        <p:spPr>
          <a:xfrm>
            <a:off x="14997112" y="29978350"/>
            <a:ext cx="13898562" cy="2286000"/>
          </a:xfrm>
          <a:prstGeom prst="rect">
            <a:avLst/>
          </a:prstGeom>
          <a:noFill/>
          <a:ln>
            <a:noFill/>
          </a:ln>
        </p:spPr>
        <p:txBody>
          <a:bodyPr spcFirstLastPara="1" wrap="square" lIns="470250" tIns="235125" rIns="470250" bIns="235125"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9"/>
          <p:cNvSpPr txBox="1">
            <a:spLocks noGrp="1"/>
          </p:cNvSpPr>
          <p:nvPr>
            <p:ph type="sldNum" idx="12"/>
          </p:nvPr>
        </p:nvSpPr>
        <p:spPr>
          <a:xfrm>
            <a:off x="31456312" y="29978350"/>
            <a:ext cx="10240962" cy="2286000"/>
          </a:xfrm>
          <a:prstGeom prst="rect">
            <a:avLst/>
          </a:prstGeom>
          <a:noFill/>
          <a:ln>
            <a:noFill/>
          </a:ln>
        </p:spPr>
        <p:txBody>
          <a:bodyPr spcFirstLastPara="1" wrap="square" lIns="470250" tIns="235125" rIns="470250" bIns="235125" anchor="t" anchorCtr="0">
            <a:noAutofit/>
          </a:bodyPr>
          <a:lstStyle>
            <a:lvl1pPr marL="0" marR="0" lvl="0" indent="0" algn="r">
              <a:spcBef>
                <a:spcPts val="0"/>
              </a:spcBef>
              <a:spcAft>
                <a:spcPts val="0"/>
              </a:spcAft>
              <a:buNone/>
              <a:defRPr sz="7200" b="0" i="0" u="none" strike="noStrike" cap="none">
                <a:solidFill>
                  <a:schemeClr val="dk1"/>
                </a:solidFill>
                <a:latin typeface="Arial"/>
                <a:ea typeface="Arial"/>
                <a:cs typeface="Arial"/>
                <a:sym typeface="Arial"/>
              </a:defRPr>
            </a:lvl1pPr>
            <a:lvl2pPr marL="0" marR="0" lvl="1" indent="0" algn="r">
              <a:spcBef>
                <a:spcPts val="0"/>
              </a:spcBef>
              <a:spcAft>
                <a:spcPts val="0"/>
              </a:spcAft>
              <a:buNone/>
              <a:defRPr sz="7200" b="0" i="0" u="none" strike="noStrike" cap="none">
                <a:solidFill>
                  <a:schemeClr val="dk1"/>
                </a:solidFill>
                <a:latin typeface="Arial"/>
                <a:ea typeface="Arial"/>
                <a:cs typeface="Arial"/>
                <a:sym typeface="Arial"/>
              </a:defRPr>
            </a:lvl2pPr>
            <a:lvl3pPr marL="0" marR="0" lvl="2" indent="0" algn="r">
              <a:spcBef>
                <a:spcPts val="0"/>
              </a:spcBef>
              <a:spcAft>
                <a:spcPts val="0"/>
              </a:spcAft>
              <a:buNone/>
              <a:defRPr sz="7200" b="0" i="0" u="none" strike="noStrike" cap="none">
                <a:solidFill>
                  <a:schemeClr val="dk1"/>
                </a:solidFill>
                <a:latin typeface="Arial"/>
                <a:ea typeface="Arial"/>
                <a:cs typeface="Arial"/>
                <a:sym typeface="Arial"/>
              </a:defRPr>
            </a:lvl3pPr>
            <a:lvl4pPr marL="0" marR="0" lvl="3" indent="0" algn="r">
              <a:spcBef>
                <a:spcPts val="0"/>
              </a:spcBef>
              <a:spcAft>
                <a:spcPts val="0"/>
              </a:spcAft>
              <a:buNone/>
              <a:defRPr sz="7200" b="0" i="0" u="none" strike="noStrike" cap="none">
                <a:solidFill>
                  <a:schemeClr val="dk1"/>
                </a:solidFill>
                <a:latin typeface="Arial"/>
                <a:ea typeface="Arial"/>
                <a:cs typeface="Arial"/>
                <a:sym typeface="Arial"/>
              </a:defRPr>
            </a:lvl4pPr>
            <a:lvl5pPr marL="0" marR="0" lvl="4" indent="0" algn="r">
              <a:spcBef>
                <a:spcPts val="0"/>
              </a:spcBef>
              <a:spcAft>
                <a:spcPts val="0"/>
              </a:spcAft>
              <a:buNone/>
              <a:defRPr sz="7200" b="0" i="0" u="none" strike="noStrike" cap="none">
                <a:solidFill>
                  <a:schemeClr val="dk1"/>
                </a:solidFill>
                <a:latin typeface="Arial"/>
                <a:ea typeface="Arial"/>
                <a:cs typeface="Arial"/>
                <a:sym typeface="Arial"/>
              </a:defRPr>
            </a:lvl5pPr>
            <a:lvl6pPr marL="0" marR="0" lvl="5" indent="0" algn="r">
              <a:spcBef>
                <a:spcPts val="0"/>
              </a:spcBef>
              <a:spcAft>
                <a:spcPts val="0"/>
              </a:spcAft>
              <a:buNone/>
              <a:defRPr sz="7200" b="0" i="0" u="none" strike="noStrike" cap="none">
                <a:solidFill>
                  <a:schemeClr val="dk1"/>
                </a:solidFill>
                <a:latin typeface="Arial"/>
                <a:ea typeface="Arial"/>
                <a:cs typeface="Arial"/>
                <a:sym typeface="Arial"/>
              </a:defRPr>
            </a:lvl6pPr>
            <a:lvl7pPr marL="0" marR="0" lvl="6" indent="0" algn="r">
              <a:spcBef>
                <a:spcPts val="0"/>
              </a:spcBef>
              <a:spcAft>
                <a:spcPts val="0"/>
              </a:spcAft>
              <a:buNone/>
              <a:defRPr sz="7200" b="0" i="0" u="none" strike="noStrike" cap="none">
                <a:solidFill>
                  <a:schemeClr val="dk1"/>
                </a:solidFill>
                <a:latin typeface="Arial"/>
                <a:ea typeface="Arial"/>
                <a:cs typeface="Arial"/>
                <a:sym typeface="Arial"/>
              </a:defRPr>
            </a:lvl7pPr>
            <a:lvl8pPr marL="0" marR="0" lvl="7" indent="0" algn="r">
              <a:spcBef>
                <a:spcPts val="0"/>
              </a:spcBef>
              <a:spcAft>
                <a:spcPts val="0"/>
              </a:spcAft>
              <a:buNone/>
              <a:defRPr sz="7200" b="0" i="0" u="none" strike="noStrike" cap="none">
                <a:solidFill>
                  <a:schemeClr val="dk1"/>
                </a:solidFill>
                <a:latin typeface="Arial"/>
                <a:ea typeface="Arial"/>
                <a:cs typeface="Arial"/>
                <a:sym typeface="Arial"/>
              </a:defRPr>
            </a:lvl8pPr>
            <a:lvl9pPr marL="0" marR="0" lvl="8" indent="0" algn="r">
              <a:spcBef>
                <a:spcPts val="0"/>
              </a:spcBef>
              <a:spcAft>
                <a:spcPts val="0"/>
              </a:spcAft>
              <a:buNone/>
              <a:defRPr sz="72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2"/>
        <p:cNvGrpSpPr/>
        <p:nvPr/>
      </p:nvGrpSpPr>
      <p:grpSpPr>
        <a:xfrm>
          <a:off x="0" y="0"/>
          <a:ext cx="0" cy="0"/>
          <a:chOff x="0" y="0"/>
          <a:chExt cx="0" cy="0"/>
        </a:xfrm>
      </p:grpSpPr>
      <p:sp>
        <p:nvSpPr>
          <p:cNvPr id="63" name="Google Shape;63;p10"/>
          <p:cNvSpPr txBox="1">
            <a:spLocks noGrp="1"/>
          </p:cNvSpPr>
          <p:nvPr>
            <p:ph type="title"/>
          </p:nvPr>
        </p:nvSpPr>
        <p:spPr>
          <a:xfrm>
            <a:off x="2194278" y="1311275"/>
            <a:ext cx="14439900" cy="5576888"/>
          </a:xfrm>
          <a:prstGeom prst="rect">
            <a:avLst/>
          </a:prstGeom>
          <a:noFill/>
          <a:ln>
            <a:noFill/>
          </a:ln>
        </p:spPr>
        <p:txBody>
          <a:bodyPr spcFirstLastPara="1" wrap="square" lIns="470250" tIns="235125" rIns="470250" bIns="235125"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4" name="Google Shape;64;p10"/>
          <p:cNvSpPr txBox="1">
            <a:spLocks noGrp="1"/>
          </p:cNvSpPr>
          <p:nvPr>
            <p:ph type="body" idx="1"/>
          </p:nvPr>
        </p:nvSpPr>
        <p:spPr>
          <a:xfrm>
            <a:off x="17160523" y="1311275"/>
            <a:ext cx="24536400" cy="28093988"/>
          </a:xfrm>
          <a:prstGeom prst="rect">
            <a:avLst/>
          </a:prstGeom>
          <a:noFill/>
          <a:ln>
            <a:noFill/>
          </a:ln>
        </p:spPr>
        <p:txBody>
          <a:bodyPr spcFirstLastPara="1" wrap="square" lIns="470250" tIns="235125" rIns="470250" bIns="235125" anchor="t" anchorCtr="0">
            <a:noAutofit/>
          </a:bodyPr>
          <a:lstStyle>
            <a:lvl1pPr marL="457200" lvl="0" indent="-431800" algn="l">
              <a:spcBef>
                <a:spcPts val="640"/>
              </a:spcBef>
              <a:spcAft>
                <a:spcPts val="0"/>
              </a:spcAft>
              <a:buClr>
                <a:schemeClr val="dk1"/>
              </a:buClr>
              <a:buSzPts val="3200"/>
              <a:buFont typeface="Arial"/>
              <a:buChar char="•"/>
              <a:defRPr sz="3200"/>
            </a:lvl1pPr>
            <a:lvl2pPr marL="914400" lvl="1" indent="-406400" algn="l">
              <a:spcBef>
                <a:spcPts val="560"/>
              </a:spcBef>
              <a:spcAft>
                <a:spcPts val="0"/>
              </a:spcAft>
              <a:buClr>
                <a:schemeClr val="dk1"/>
              </a:buClr>
              <a:buSzPts val="2800"/>
              <a:buFont typeface="Arial"/>
              <a:buChar char="–"/>
              <a:defRPr sz="2800"/>
            </a:lvl2pPr>
            <a:lvl3pPr marL="1371600" lvl="2" indent="-381000" algn="l">
              <a:spcBef>
                <a:spcPts val="480"/>
              </a:spcBef>
              <a:spcAft>
                <a:spcPts val="0"/>
              </a:spcAft>
              <a:buClr>
                <a:schemeClr val="dk1"/>
              </a:buClr>
              <a:buSzPts val="2400"/>
              <a:buFont typeface="Arial"/>
              <a:buChar char="•"/>
              <a:defRPr sz="2400"/>
            </a:lvl3pPr>
            <a:lvl4pPr marL="1828800" lvl="3" indent="-355600" algn="l">
              <a:spcBef>
                <a:spcPts val="400"/>
              </a:spcBef>
              <a:spcAft>
                <a:spcPts val="0"/>
              </a:spcAft>
              <a:buClr>
                <a:schemeClr val="dk1"/>
              </a:buClr>
              <a:buSzPts val="2000"/>
              <a:buFont typeface="Arial"/>
              <a:buChar char="–"/>
              <a:defRPr sz="2000"/>
            </a:lvl4pPr>
            <a:lvl5pPr marL="2286000" lvl="4" indent="-355600" algn="l">
              <a:spcBef>
                <a:spcPts val="400"/>
              </a:spcBef>
              <a:spcAft>
                <a:spcPts val="0"/>
              </a:spcAft>
              <a:buClr>
                <a:schemeClr val="dk1"/>
              </a:buClr>
              <a:buSzPts val="2000"/>
              <a:buFont typeface="Arial"/>
              <a:buChar char="»"/>
              <a:defRPr sz="2000"/>
            </a:lvl5pPr>
            <a:lvl6pPr marL="2743200" lvl="5" indent="-355600" algn="l">
              <a:spcBef>
                <a:spcPts val="400"/>
              </a:spcBef>
              <a:spcAft>
                <a:spcPts val="0"/>
              </a:spcAft>
              <a:buClr>
                <a:schemeClr val="dk1"/>
              </a:buClr>
              <a:buSzPts val="2000"/>
              <a:buFont typeface="Arial"/>
              <a:buChar char="»"/>
              <a:defRPr sz="2000"/>
            </a:lvl6pPr>
            <a:lvl7pPr marL="3200400" lvl="6" indent="-355600" algn="l">
              <a:spcBef>
                <a:spcPts val="400"/>
              </a:spcBef>
              <a:spcAft>
                <a:spcPts val="0"/>
              </a:spcAft>
              <a:buClr>
                <a:schemeClr val="dk1"/>
              </a:buClr>
              <a:buSzPts val="2000"/>
              <a:buFont typeface="Arial"/>
              <a:buChar char="»"/>
              <a:defRPr sz="2000"/>
            </a:lvl7pPr>
            <a:lvl8pPr marL="3657600" lvl="7" indent="-355600" algn="l">
              <a:spcBef>
                <a:spcPts val="400"/>
              </a:spcBef>
              <a:spcAft>
                <a:spcPts val="0"/>
              </a:spcAft>
              <a:buClr>
                <a:schemeClr val="dk1"/>
              </a:buClr>
              <a:buSzPts val="2000"/>
              <a:buFont typeface="Arial"/>
              <a:buChar char="»"/>
              <a:defRPr sz="2000"/>
            </a:lvl8pPr>
            <a:lvl9pPr marL="4114800" lvl="8" indent="-355600" algn="l">
              <a:spcBef>
                <a:spcPts val="400"/>
              </a:spcBef>
              <a:spcAft>
                <a:spcPts val="0"/>
              </a:spcAft>
              <a:buClr>
                <a:schemeClr val="dk1"/>
              </a:buClr>
              <a:buSzPts val="2000"/>
              <a:buFont typeface="Arial"/>
              <a:buChar char="»"/>
              <a:defRPr sz="2000"/>
            </a:lvl9pPr>
          </a:lstStyle>
          <a:p>
            <a:endParaRPr/>
          </a:p>
        </p:txBody>
      </p:sp>
      <p:sp>
        <p:nvSpPr>
          <p:cNvPr id="65" name="Google Shape;65;p10"/>
          <p:cNvSpPr txBox="1">
            <a:spLocks noGrp="1"/>
          </p:cNvSpPr>
          <p:nvPr>
            <p:ph type="body" idx="2"/>
          </p:nvPr>
        </p:nvSpPr>
        <p:spPr>
          <a:xfrm>
            <a:off x="2194278" y="6888163"/>
            <a:ext cx="14439900" cy="22517100"/>
          </a:xfrm>
          <a:prstGeom prst="rect">
            <a:avLst/>
          </a:prstGeom>
          <a:noFill/>
          <a:ln>
            <a:noFill/>
          </a:ln>
        </p:spPr>
        <p:txBody>
          <a:bodyPr spcFirstLastPara="1" wrap="square" lIns="470250" tIns="235125" rIns="470250" bIns="235125" anchor="t" anchorCtr="0">
            <a:noAutofit/>
          </a:bodyPr>
          <a:lstStyle>
            <a:lvl1pPr marL="457200" lvl="0" indent="-228600" algn="l">
              <a:spcBef>
                <a:spcPts val="280"/>
              </a:spcBef>
              <a:spcAft>
                <a:spcPts val="0"/>
              </a:spcAft>
              <a:buClr>
                <a:schemeClr val="dk1"/>
              </a:buClr>
              <a:buSzPts val="1400"/>
              <a:buFont typeface="Arial"/>
              <a:buNone/>
              <a:defRPr sz="1400"/>
            </a:lvl1pPr>
            <a:lvl2pPr marL="914400" lvl="1" indent="-228600" algn="l">
              <a:spcBef>
                <a:spcPts val="240"/>
              </a:spcBef>
              <a:spcAft>
                <a:spcPts val="0"/>
              </a:spcAft>
              <a:buClr>
                <a:schemeClr val="dk1"/>
              </a:buClr>
              <a:buSzPts val="1200"/>
              <a:buFont typeface="Arial"/>
              <a:buNone/>
              <a:defRPr sz="1200"/>
            </a:lvl2pPr>
            <a:lvl3pPr marL="1371600" lvl="2" indent="-228600" algn="l">
              <a:spcBef>
                <a:spcPts val="200"/>
              </a:spcBef>
              <a:spcAft>
                <a:spcPts val="0"/>
              </a:spcAft>
              <a:buClr>
                <a:schemeClr val="dk1"/>
              </a:buClr>
              <a:buSzPts val="1000"/>
              <a:buFont typeface="Arial"/>
              <a:buNone/>
              <a:defRPr sz="1000"/>
            </a:lvl3pPr>
            <a:lvl4pPr marL="1828800" lvl="3" indent="-228600" algn="l">
              <a:spcBef>
                <a:spcPts val="180"/>
              </a:spcBef>
              <a:spcAft>
                <a:spcPts val="0"/>
              </a:spcAft>
              <a:buClr>
                <a:schemeClr val="dk1"/>
              </a:buClr>
              <a:buSzPts val="900"/>
              <a:buFont typeface="Arial"/>
              <a:buNone/>
              <a:defRPr sz="900"/>
            </a:lvl4pPr>
            <a:lvl5pPr marL="2286000" lvl="4" indent="-228600" algn="l">
              <a:spcBef>
                <a:spcPts val="180"/>
              </a:spcBef>
              <a:spcAft>
                <a:spcPts val="0"/>
              </a:spcAft>
              <a:buClr>
                <a:schemeClr val="dk1"/>
              </a:buClr>
              <a:buSzPts val="900"/>
              <a:buFont typeface="Arial"/>
              <a:buNone/>
              <a:defRPr sz="900"/>
            </a:lvl5pPr>
            <a:lvl6pPr marL="2743200" lvl="5" indent="-228600" algn="l">
              <a:spcBef>
                <a:spcPts val="180"/>
              </a:spcBef>
              <a:spcAft>
                <a:spcPts val="0"/>
              </a:spcAft>
              <a:buClr>
                <a:schemeClr val="dk1"/>
              </a:buClr>
              <a:buSzPts val="900"/>
              <a:buFont typeface="Arial"/>
              <a:buNone/>
              <a:defRPr sz="900"/>
            </a:lvl6pPr>
            <a:lvl7pPr marL="3200400" lvl="6" indent="-228600" algn="l">
              <a:spcBef>
                <a:spcPts val="180"/>
              </a:spcBef>
              <a:spcAft>
                <a:spcPts val="0"/>
              </a:spcAft>
              <a:buClr>
                <a:schemeClr val="dk1"/>
              </a:buClr>
              <a:buSzPts val="900"/>
              <a:buFont typeface="Arial"/>
              <a:buNone/>
              <a:defRPr sz="900"/>
            </a:lvl7pPr>
            <a:lvl8pPr marL="3657600" lvl="7" indent="-228600" algn="l">
              <a:spcBef>
                <a:spcPts val="180"/>
              </a:spcBef>
              <a:spcAft>
                <a:spcPts val="0"/>
              </a:spcAft>
              <a:buClr>
                <a:schemeClr val="dk1"/>
              </a:buClr>
              <a:buSzPts val="900"/>
              <a:buFont typeface="Arial"/>
              <a:buNone/>
              <a:defRPr sz="900"/>
            </a:lvl8pPr>
            <a:lvl9pPr marL="4114800" lvl="8" indent="-228600" algn="l">
              <a:spcBef>
                <a:spcPts val="180"/>
              </a:spcBef>
              <a:spcAft>
                <a:spcPts val="0"/>
              </a:spcAft>
              <a:buClr>
                <a:schemeClr val="dk1"/>
              </a:buClr>
              <a:buSzPts val="900"/>
              <a:buFont typeface="Arial"/>
              <a:buNone/>
              <a:defRPr sz="900"/>
            </a:lvl9pPr>
          </a:lstStyle>
          <a:p>
            <a:endParaRPr/>
          </a:p>
        </p:txBody>
      </p:sp>
      <p:sp>
        <p:nvSpPr>
          <p:cNvPr id="66" name="Google Shape;66;p10"/>
          <p:cNvSpPr txBox="1">
            <a:spLocks noGrp="1"/>
          </p:cNvSpPr>
          <p:nvPr>
            <p:ph type="dt" idx="10"/>
          </p:nvPr>
        </p:nvSpPr>
        <p:spPr>
          <a:xfrm>
            <a:off x="2195513" y="29978350"/>
            <a:ext cx="10240962" cy="2286000"/>
          </a:xfrm>
          <a:prstGeom prst="rect">
            <a:avLst/>
          </a:prstGeom>
          <a:noFill/>
          <a:ln>
            <a:noFill/>
          </a:ln>
        </p:spPr>
        <p:txBody>
          <a:bodyPr spcFirstLastPara="1" wrap="square" lIns="470250" tIns="235125" rIns="470250" bIns="235125"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ftr" idx="11"/>
          </p:nvPr>
        </p:nvSpPr>
        <p:spPr>
          <a:xfrm>
            <a:off x="14997112" y="29978350"/>
            <a:ext cx="13898562" cy="2286000"/>
          </a:xfrm>
          <a:prstGeom prst="rect">
            <a:avLst/>
          </a:prstGeom>
          <a:noFill/>
          <a:ln>
            <a:noFill/>
          </a:ln>
        </p:spPr>
        <p:txBody>
          <a:bodyPr spcFirstLastPara="1" wrap="square" lIns="470250" tIns="235125" rIns="470250" bIns="235125"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10"/>
          <p:cNvSpPr txBox="1">
            <a:spLocks noGrp="1"/>
          </p:cNvSpPr>
          <p:nvPr>
            <p:ph type="sldNum" idx="12"/>
          </p:nvPr>
        </p:nvSpPr>
        <p:spPr>
          <a:xfrm>
            <a:off x="31456312" y="29978350"/>
            <a:ext cx="10240962" cy="2286000"/>
          </a:xfrm>
          <a:prstGeom prst="rect">
            <a:avLst/>
          </a:prstGeom>
          <a:noFill/>
          <a:ln>
            <a:noFill/>
          </a:ln>
        </p:spPr>
        <p:txBody>
          <a:bodyPr spcFirstLastPara="1" wrap="square" lIns="470250" tIns="235125" rIns="470250" bIns="235125" anchor="t" anchorCtr="0">
            <a:noAutofit/>
          </a:bodyPr>
          <a:lstStyle>
            <a:lvl1pPr marL="0" marR="0" lvl="0" indent="0" algn="r">
              <a:spcBef>
                <a:spcPts val="0"/>
              </a:spcBef>
              <a:spcAft>
                <a:spcPts val="0"/>
              </a:spcAft>
              <a:buNone/>
              <a:defRPr sz="7200" b="0" i="0" u="none" strike="noStrike" cap="none">
                <a:solidFill>
                  <a:schemeClr val="dk1"/>
                </a:solidFill>
                <a:latin typeface="Arial"/>
                <a:ea typeface="Arial"/>
                <a:cs typeface="Arial"/>
                <a:sym typeface="Arial"/>
              </a:defRPr>
            </a:lvl1pPr>
            <a:lvl2pPr marL="0" marR="0" lvl="1" indent="0" algn="r">
              <a:spcBef>
                <a:spcPts val="0"/>
              </a:spcBef>
              <a:spcAft>
                <a:spcPts val="0"/>
              </a:spcAft>
              <a:buNone/>
              <a:defRPr sz="7200" b="0" i="0" u="none" strike="noStrike" cap="none">
                <a:solidFill>
                  <a:schemeClr val="dk1"/>
                </a:solidFill>
                <a:latin typeface="Arial"/>
                <a:ea typeface="Arial"/>
                <a:cs typeface="Arial"/>
                <a:sym typeface="Arial"/>
              </a:defRPr>
            </a:lvl2pPr>
            <a:lvl3pPr marL="0" marR="0" lvl="2" indent="0" algn="r">
              <a:spcBef>
                <a:spcPts val="0"/>
              </a:spcBef>
              <a:spcAft>
                <a:spcPts val="0"/>
              </a:spcAft>
              <a:buNone/>
              <a:defRPr sz="7200" b="0" i="0" u="none" strike="noStrike" cap="none">
                <a:solidFill>
                  <a:schemeClr val="dk1"/>
                </a:solidFill>
                <a:latin typeface="Arial"/>
                <a:ea typeface="Arial"/>
                <a:cs typeface="Arial"/>
                <a:sym typeface="Arial"/>
              </a:defRPr>
            </a:lvl3pPr>
            <a:lvl4pPr marL="0" marR="0" lvl="3" indent="0" algn="r">
              <a:spcBef>
                <a:spcPts val="0"/>
              </a:spcBef>
              <a:spcAft>
                <a:spcPts val="0"/>
              </a:spcAft>
              <a:buNone/>
              <a:defRPr sz="7200" b="0" i="0" u="none" strike="noStrike" cap="none">
                <a:solidFill>
                  <a:schemeClr val="dk1"/>
                </a:solidFill>
                <a:latin typeface="Arial"/>
                <a:ea typeface="Arial"/>
                <a:cs typeface="Arial"/>
                <a:sym typeface="Arial"/>
              </a:defRPr>
            </a:lvl4pPr>
            <a:lvl5pPr marL="0" marR="0" lvl="4" indent="0" algn="r">
              <a:spcBef>
                <a:spcPts val="0"/>
              </a:spcBef>
              <a:spcAft>
                <a:spcPts val="0"/>
              </a:spcAft>
              <a:buNone/>
              <a:defRPr sz="7200" b="0" i="0" u="none" strike="noStrike" cap="none">
                <a:solidFill>
                  <a:schemeClr val="dk1"/>
                </a:solidFill>
                <a:latin typeface="Arial"/>
                <a:ea typeface="Arial"/>
                <a:cs typeface="Arial"/>
                <a:sym typeface="Arial"/>
              </a:defRPr>
            </a:lvl5pPr>
            <a:lvl6pPr marL="0" marR="0" lvl="5" indent="0" algn="r">
              <a:spcBef>
                <a:spcPts val="0"/>
              </a:spcBef>
              <a:spcAft>
                <a:spcPts val="0"/>
              </a:spcAft>
              <a:buNone/>
              <a:defRPr sz="7200" b="0" i="0" u="none" strike="noStrike" cap="none">
                <a:solidFill>
                  <a:schemeClr val="dk1"/>
                </a:solidFill>
                <a:latin typeface="Arial"/>
                <a:ea typeface="Arial"/>
                <a:cs typeface="Arial"/>
                <a:sym typeface="Arial"/>
              </a:defRPr>
            </a:lvl6pPr>
            <a:lvl7pPr marL="0" marR="0" lvl="6" indent="0" algn="r">
              <a:spcBef>
                <a:spcPts val="0"/>
              </a:spcBef>
              <a:spcAft>
                <a:spcPts val="0"/>
              </a:spcAft>
              <a:buNone/>
              <a:defRPr sz="7200" b="0" i="0" u="none" strike="noStrike" cap="none">
                <a:solidFill>
                  <a:schemeClr val="dk1"/>
                </a:solidFill>
                <a:latin typeface="Arial"/>
                <a:ea typeface="Arial"/>
                <a:cs typeface="Arial"/>
                <a:sym typeface="Arial"/>
              </a:defRPr>
            </a:lvl7pPr>
            <a:lvl8pPr marL="0" marR="0" lvl="7" indent="0" algn="r">
              <a:spcBef>
                <a:spcPts val="0"/>
              </a:spcBef>
              <a:spcAft>
                <a:spcPts val="0"/>
              </a:spcAft>
              <a:buNone/>
              <a:defRPr sz="7200" b="0" i="0" u="none" strike="noStrike" cap="none">
                <a:solidFill>
                  <a:schemeClr val="dk1"/>
                </a:solidFill>
                <a:latin typeface="Arial"/>
                <a:ea typeface="Arial"/>
                <a:cs typeface="Arial"/>
                <a:sym typeface="Arial"/>
              </a:defRPr>
            </a:lvl8pPr>
            <a:lvl9pPr marL="0" marR="0" lvl="8" indent="0" algn="r">
              <a:spcBef>
                <a:spcPts val="0"/>
              </a:spcBef>
              <a:spcAft>
                <a:spcPts val="0"/>
              </a:spcAft>
              <a:buNone/>
              <a:defRPr sz="72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9"/>
        <p:cNvGrpSpPr/>
        <p:nvPr/>
      </p:nvGrpSpPr>
      <p:grpSpPr>
        <a:xfrm>
          <a:off x="0" y="0"/>
          <a:ext cx="0" cy="0"/>
          <a:chOff x="0" y="0"/>
          <a:chExt cx="0" cy="0"/>
        </a:xfrm>
      </p:grpSpPr>
      <p:sp>
        <p:nvSpPr>
          <p:cNvPr id="70" name="Google Shape;70;p11"/>
          <p:cNvSpPr txBox="1">
            <a:spLocks noGrp="1"/>
          </p:cNvSpPr>
          <p:nvPr>
            <p:ph type="title"/>
          </p:nvPr>
        </p:nvSpPr>
        <p:spPr>
          <a:xfrm>
            <a:off x="8603545" y="23042564"/>
            <a:ext cx="26334157" cy="2720975"/>
          </a:xfrm>
          <a:prstGeom prst="rect">
            <a:avLst/>
          </a:prstGeom>
          <a:noFill/>
          <a:ln>
            <a:noFill/>
          </a:ln>
        </p:spPr>
        <p:txBody>
          <a:bodyPr spcFirstLastPara="1" wrap="square" lIns="470250" tIns="235125" rIns="470250" bIns="235125"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1" name="Google Shape;71;p11"/>
          <p:cNvSpPr>
            <a:spLocks noGrp="1"/>
          </p:cNvSpPr>
          <p:nvPr>
            <p:ph type="pic" idx="2"/>
          </p:nvPr>
        </p:nvSpPr>
        <p:spPr>
          <a:xfrm>
            <a:off x="8603545" y="2941639"/>
            <a:ext cx="26334157" cy="19750088"/>
          </a:xfrm>
          <a:prstGeom prst="rect">
            <a:avLst/>
          </a:prstGeom>
          <a:noFill/>
          <a:ln>
            <a:noFill/>
          </a:ln>
        </p:spPr>
      </p:sp>
      <p:sp>
        <p:nvSpPr>
          <p:cNvPr id="72" name="Google Shape;72;p11"/>
          <p:cNvSpPr txBox="1">
            <a:spLocks noGrp="1"/>
          </p:cNvSpPr>
          <p:nvPr>
            <p:ph type="body" idx="1"/>
          </p:nvPr>
        </p:nvSpPr>
        <p:spPr>
          <a:xfrm>
            <a:off x="8603545" y="25763539"/>
            <a:ext cx="26334157" cy="3862387"/>
          </a:xfrm>
          <a:prstGeom prst="rect">
            <a:avLst/>
          </a:prstGeom>
          <a:noFill/>
          <a:ln>
            <a:noFill/>
          </a:ln>
        </p:spPr>
        <p:txBody>
          <a:bodyPr spcFirstLastPara="1" wrap="square" lIns="470250" tIns="235125" rIns="470250" bIns="235125" anchor="t" anchorCtr="0">
            <a:noAutofit/>
          </a:bodyPr>
          <a:lstStyle>
            <a:lvl1pPr marL="457200" lvl="0" indent="-228600" algn="l">
              <a:spcBef>
                <a:spcPts val="280"/>
              </a:spcBef>
              <a:spcAft>
                <a:spcPts val="0"/>
              </a:spcAft>
              <a:buClr>
                <a:schemeClr val="dk1"/>
              </a:buClr>
              <a:buSzPts val="1400"/>
              <a:buFont typeface="Arial"/>
              <a:buNone/>
              <a:defRPr sz="1400"/>
            </a:lvl1pPr>
            <a:lvl2pPr marL="914400" lvl="1" indent="-228600" algn="l">
              <a:spcBef>
                <a:spcPts val="240"/>
              </a:spcBef>
              <a:spcAft>
                <a:spcPts val="0"/>
              </a:spcAft>
              <a:buClr>
                <a:schemeClr val="dk1"/>
              </a:buClr>
              <a:buSzPts val="1200"/>
              <a:buFont typeface="Arial"/>
              <a:buNone/>
              <a:defRPr sz="1200"/>
            </a:lvl2pPr>
            <a:lvl3pPr marL="1371600" lvl="2" indent="-228600" algn="l">
              <a:spcBef>
                <a:spcPts val="200"/>
              </a:spcBef>
              <a:spcAft>
                <a:spcPts val="0"/>
              </a:spcAft>
              <a:buClr>
                <a:schemeClr val="dk1"/>
              </a:buClr>
              <a:buSzPts val="1000"/>
              <a:buFont typeface="Arial"/>
              <a:buNone/>
              <a:defRPr sz="1000"/>
            </a:lvl3pPr>
            <a:lvl4pPr marL="1828800" lvl="3" indent="-228600" algn="l">
              <a:spcBef>
                <a:spcPts val="180"/>
              </a:spcBef>
              <a:spcAft>
                <a:spcPts val="0"/>
              </a:spcAft>
              <a:buClr>
                <a:schemeClr val="dk1"/>
              </a:buClr>
              <a:buSzPts val="900"/>
              <a:buFont typeface="Arial"/>
              <a:buNone/>
              <a:defRPr sz="900"/>
            </a:lvl4pPr>
            <a:lvl5pPr marL="2286000" lvl="4" indent="-228600" algn="l">
              <a:spcBef>
                <a:spcPts val="180"/>
              </a:spcBef>
              <a:spcAft>
                <a:spcPts val="0"/>
              </a:spcAft>
              <a:buClr>
                <a:schemeClr val="dk1"/>
              </a:buClr>
              <a:buSzPts val="900"/>
              <a:buFont typeface="Arial"/>
              <a:buNone/>
              <a:defRPr sz="900"/>
            </a:lvl5pPr>
            <a:lvl6pPr marL="2743200" lvl="5" indent="-228600" algn="l">
              <a:spcBef>
                <a:spcPts val="180"/>
              </a:spcBef>
              <a:spcAft>
                <a:spcPts val="0"/>
              </a:spcAft>
              <a:buClr>
                <a:schemeClr val="dk1"/>
              </a:buClr>
              <a:buSzPts val="900"/>
              <a:buFont typeface="Arial"/>
              <a:buNone/>
              <a:defRPr sz="900"/>
            </a:lvl6pPr>
            <a:lvl7pPr marL="3200400" lvl="6" indent="-228600" algn="l">
              <a:spcBef>
                <a:spcPts val="180"/>
              </a:spcBef>
              <a:spcAft>
                <a:spcPts val="0"/>
              </a:spcAft>
              <a:buClr>
                <a:schemeClr val="dk1"/>
              </a:buClr>
              <a:buSzPts val="900"/>
              <a:buFont typeface="Arial"/>
              <a:buNone/>
              <a:defRPr sz="900"/>
            </a:lvl7pPr>
            <a:lvl8pPr marL="3657600" lvl="7" indent="-228600" algn="l">
              <a:spcBef>
                <a:spcPts val="180"/>
              </a:spcBef>
              <a:spcAft>
                <a:spcPts val="0"/>
              </a:spcAft>
              <a:buClr>
                <a:schemeClr val="dk1"/>
              </a:buClr>
              <a:buSzPts val="900"/>
              <a:buFont typeface="Arial"/>
              <a:buNone/>
              <a:defRPr sz="900"/>
            </a:lvl8pPr>
            <a:lvl9pPr marL="4114800" lvl="8" indent="-228600" algn="l">
              <a:spcBef>
                <a:spcPts val="180"/>
              </a:spcBef>
              <a:spcAft>
                <a:spcPts val="0"/>
              </a:spcAft>
              <a:buClr>
                <a:schemeClr val="dk1"/>
              </a:buClr>
              <a:buSzPts val="900"/>
              <a:buFont typeface="Arial"/>
              <a:buNone/>
              <a:defRPr sz="900"/>
            </a:lvl9pPr>
          </a:lstStyle>
          <a:p>
            <a:endParaRPr/>
          </a:p>
        </p:txBody>
      </p:sp>
      <p:sp>
        <p:nvSpPr>
          <p:cNvPr id="73" name="Google Shape;73;p11"/>
          <p:cNvSpPr txBox="1">
            <a:spLocks noGrp="1"/>
          </p:cNvSpPr>
          <p:nvPr>
            <p:ph type="dt" idx="10"/>
          </p:nvPr>
        </p:nvSpPr>
        <p:spPr>
          <a:xfrm>
            <a:off x="2195513" y="29978350"/>
            <a:ext cx="10240962" cy="2286000"/>
          </a:xfrm>
          <a:prstGeom prst="rect">
            <a:avLst/>
          </a:prstGeom>
          <a:noFill/>
          <a:ln>
            <a:noFill/>
          </a:ln>
        </p:spPr>
        <p:txBody>
          <a:bodyPr spcFirstLastPara="1" wrap="square" lIns="470250" tIns="235125" rIns="470250" bIns="235125"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11"/>
          <p:cNvSpPr txBox="1">
            <a:spLocks noGrp="1"/>
          </p:cNvSpPr>
          <p:nvPr>
            <p:ph type="ftr" idx="11"/>
          </p:nvPr>
        </p:nvSpPr>
        <p:spPr>
          <a:xfrm>
            <a:off x="14997112" y="29978350"/>
            <a:ext cx="13898562" cy="2286000"/>
          </a:xfrm>
          <a:prstGeom prst="rect">
            <a:avLst/>
          </a:prstGeom>
          <a:noFill/>
          <a:ln>
            <a:noFill/>
          </a:ln>
        </p:spPr>
        <p:txBody>
          <a:bodyPr spcFirstLastPara="1" wrap="square" lIns="470250" tIns="235125" rIns="470250" bIns="235125"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11"/>
          <p:cNvSpPr txBox="1">
            <a:spLocks noGrp="1"/>
          </p:cNvSpPr>
          <p:nvPr>
            <p:ph type="sldNum" idx="12"/>
          </p:nvPr>
        </p:nvSpPr>
        <p:spPr>
          <a:xfrm>
            <a:off x="31456312" y="29978350"/>
            <a:ext cx="10240962" cy="2286000"/>
          </a:xfrm>
          <a:prstGeom prst="rect">
            <a:avLst/>
          </a:prstGeom>
          <a:noFill/>
          <a:ln>
            <a:noFill/>
          </a:ln>
        </p:spPr>
        <p:txBody>
          <a:bodyPr spcFirstLastPara="1" wrap="square" lIns="470250" tIns="235125" rIns="470250" bIns="235125" anchor="t" anchorCtr="0">
            <a:noAutofit/>
          </a:bodyPr>
          <a:lstStyle>
            <a:lvl1pPr marL="0" marR="0" lvl="0" indent="0" algn="r">
              <a:spcBef>
                <a:spcPts val="0"/>
              </a:spcBef>
              <a:spcAft>
                <a:spcPts val="0"/>
              </a:spcAft>
              <a:buNone/>
              <a:defRPr sz="7200" b="0" i="0" u="none" strike="noStrike" cap="none">
                <a:solidFill>
                  <a:schemeClr val="dk1"/>
                </a:solidFill>
                <a:latin typeface="Arial"/>
                <a:ea typeface="Arial"/>
                <a:cs typeface="Arial"/>
                <a:sym typeface="Arial"/>
              </a:defRPr>
            </a:lvl1pPr>
            <a:lvl2pPr marL="0" marR="0" lvl="1" indent="0" algn="r">
              <a:spcBef>
                <a:spcPts val="0"/>
              </a:spcBef>
              <a:spcAft>
                <a:spcPts val="0"/>
              </a:spcAft>
              <a:buNone/>
              <a:defRPr sz="7200" b="0" i="0" u="none" strike="noStrike" cap="none">
                <a:solidFill>
                  <a:schemeClr val="dk1"/>
                </a:solidFill>
                <a:latin typeface="Arial"/>
                <a:ea typeface="Arial"/>
                <a:cs typeface="Arial"/>
                <a:sym typeface="Arial"/>
              </a:defRPr>
            </a:lvl2pPr>
            <a:lvl3pPr marL="0" marR="0" lvl="2" indent="0" algn="r">
              <a:spcBef>
                <a:spcPts val="0"/>
              </a:spcBef>
              <a:spcAft>
                <a:spcPts val="0"/>
              </a:spcAft>
              <a:buNone/>
              <a:defRPr sz="7200" b="0" i="0" u="none" strike="noStrike" cap="none">
                <a:solidFill>
                  <a:schemeClr val="dk1"/>
                </a:solidFill>
                <a:latin typeface="Arial"/>
                <a:ea typeface="Arial"/>
                <a:cs typeface="Arial"/>
                <a:sym typeface="Arial"/>
              </a:defRPr>
            </a:lvl3pPr>
            <a:lvl4pPr marL="0" marR="0" lvl="3" indent="0" algn="r">
              <a:spcBef>
                <a:spcPts val="0"/>
              </a:spcBef>
              <a:spcAft>
                <a:spcPts val="0"/>
              </a:spcAft>
              <a:buNone/>
              <a:defRPr sz="7200" b="0" i="0" u="none" strike="noStrike" cap="none">
                <a:solidFill>
                  <a:schemeClr val="dk1"/>
                </a:solidFill>
                <a:latin typeface="Arial"/>
                <a:ea typeface="Arial"/>
                <a:cs typeface="Arial"/>
                <a:sym typeface="Arial"/>
              </a:defRPr>
            </a:lvl4pPr>
            <a:lvl5pPr marL="0" marR="0" lvl="4" indent="0" algn="r">
              <a:spcBef>
                <a:spcPts val="0"/>
              </a:spcBef>
              <a:spcAft>
                <a:spcPts val="0"/>
              </a:spcAft>
              <a:buNone/>
              <a:defRPr sz="7200" b="0" i="0" u="none" strike="noStrike" cap="none">
                <a:solidFill>
                  <a:schemeClr val="dk1"/>
                </a:solidFill>
                <a:latin typeface="Arial"/>
                <a:ea typeface="Arial"/>
                <a:cs typeface="Arial"/>
                <a:sym typeface="Arial"/>
              </a:defRPr>
            </a:lvl5pPr>
            <a:lvl6pPr marL="0" marR="0" lvl="5" indent="0" algn="r">
              <a:spcBef>
                <a:spcPts val="0"/>
              </a:spcBef>
              <a:spcAft>
                <a:spcPts val="0"/>
              </a:spcAft>
              <a:buNone/>
              <a:defRPr sz="7200" b="0" i="0" u="none" strike="noStrike" cap="none">
                <a:solidFill>
                  <a:schemeClr val="dk1"/>
                </a:solidFill>
                <a:latin typeface="Arial"/>
                <a:ea typeface="Arial"/>
                <a:cs typeface="Arial"/>
                <a:sym typeface="Arial"/>
              </a:defRPr>
            </a:lvl6pPr>
            <a:lvl7pPr marL="0" marR="0" lvl="6" indent="0" algn="r">
              <a:spcBef>
                <a:spcPts val="0"/>
              </a:spcBef>
              <a:spcAft>
                <a:spcPts val="0"/>
              </a:spcAft>
              <a:buNone/>
              <a:defRPr sz="7200" b="0" i="0" u="none" strike="noStrike" cap="none">
                <a:solidFill>
                  <a:schemeClr val="dk1"/>
                </a:solidFill>
                <a:latin typeface="Arial"/>
                <a:ea typeface="Arial"/>
                <a:cs typeface="Arial"/>
                <a:sym typeface="Arial"/>
              </a:defRPr>
            </a:lvl7pPr>
            <a:lvl8pPr marL="0" marR="0" lvl="7" indent="0" algn="r">
              <a:spcBef>
                <a:spcPts val="0"/>
              </a:spcBef>
              <a:spcAft>
                <a:spcPts val="0"/>
              </a:spcAft>
              <a:buNone/>
              <a:defRPr sz="7200" b="0" i="0" u="none" strike="noStrike" cap="none">
                <a:solidFill>
                  <a:schemeClr val="dk1"/>
                </a:solidFill>
                <a:latin typeface="Arial"/>
                <a:ea typeface="Arial"/>
                <a:cs typeface="Arial"/>
                <a:sym typeface="Arial"/>
              </a:defRPr>
            </a:lvl8pPr>
            <a:lvl9pPr marL="0" marR="0" lvl="8" indent="0" algn="r">
              <a:spcBef>
                <a:spcPts val="0"/>
              </a:spcBef>
              <a:spcAft>
                <a:spcPts val="0"/>
              </a:spcAft>
              <a:buNone/>
              <a:defRPr sz="72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6"/>
        <p:cNvGrpSpPr/>
        <p:nvPr/>
      </p:nvGrpSpPr>
      <p:grpSpPr>
        <a:xfrm>
          <a:off x="0" y="0"/>
          <a:ext cx="0" cy="0"/>
          <a:chOff x="0" y="0"/>
          <a:chExt cx="0" cy="0"/>
        </a:xfrm>
      </p:grpSpPr>
      <p:sp>
        <p:nvSpPr>
          <p:cNvPr id="77" name="Google Shape;77;p12"/>
          <p:cNvSpPr txBox="1">
            <a:spLocks noGrp="1"/>
          </p:cNvSpPr>
          <p:nvPr>
            <p:ph type="title"/>
          </p:nvPr>
        </p:nvSpPr>
        <p:spPr>
          <a:xfrm>
            <a:off x="2195513" y="1319213"/>
            <a:ext cx="39501762" cy="5486400"/>
          </a:xfrm>
          <a:prstGeom prst="rect">
            <a:avLst/>
          </a:prstGeom>
          <a:noFill/>
          <a:ln>
            <a:noFill/>
          </a:ln>
        </p:spPr>
        <p:txBody>
          <a:bodyPr spcFirstLastPara="1" wrap="square" lIns="470250" tIns="235125" rIns="470250" bIns="235125"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8" name="Google Shape;78;p12"/>
          <p:cNvSpPr txBox="1">
            <a:spLocks noGrp="1"/>
          </p:cNvSpPr>
          <p:nvPr>
            <p:ph type="body" idx="1"/>
          </p:nvPr>
        </p:nvSpPr>
        <p:spPr>
          <a:xfrm rot="5400000">
            <a:off x="11083925" y="-1206499"/>
            <a:ext cx="21724938" cy="39501762"/>
          </a:xfrm>
          <a:prstGeom prst="rect">
            <a:avLst/>
          </a:prstGeom>
          <a:noFill/>
          <a:ln>
            <a:noFill/>
          </a:ln>
        </p:spPr>
        <p:txBody>
          <a:bodyPr spcFirstLastPara="1" wrap="square" lIns="470250" tIns="235125" rIns="470250" bIns="235125"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9" name="Google Shape;79;p12"/>
          <p:cNvSpPr txBox="1">
            <a:spLocks noGrp="1"/>
          </p:cNvSpPr>
          <p:nvPr>
            <p:ph type="dt" idx="10"/>
          </p:nvPr>
        </p:nvSpPr>
        <p:spPr>
          <a:xfrm>
            <a:off x="2195513" y="29978350"/>
            <a:ext cx="10240962" cy="2286000"/>
          </a:xfrm>
          <a:prstGeom prst="rect">
            <a:avLst/>
          </a:prstGeom>
          <a:noFill/>
          <a:ln>
            <a:noFill/>
          </a:ln>
        </p:spPr>
        <p:txBody>
          <a:bodyPr spcFirstLastPara="1" wrap="square" lIns="470250" tIns="235125" rIns="470250" bIns="235125"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12"/>
          <p:cNvSpPr txBox="1">
            <a:spLocks noGrp="1"/>
          </p:cNvSpPr>
          <p:nvPr>
            <p:ph type="ftr" idx="11"/>
          </p:nvPr>
        </p:nvSpPr>
        <p:spPr>
          <a:xfrm>
            <a:off x="14997112" y="29978350"/>
            <a:ext cx="13898562" cy="2286000"/>
          </a:xfrm>
          <a:prstGeom prst="rect">
            <a:avLst/>
          </a:prstGeom>
          <a:noFill/>
          <a:ln>
            <a:noFill/>
          </a:ln>
        </p:spPr>
        <p:txBody>
          <a:bodyPr spcFirstLastPara="1" wrap="square" lIns="470250" tIns="235125" rIns="470250" bIns="235125"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12"/>
          <p:cNvSpPr txBox="1">
            <a:spLocks noGrp="1"/>
          </p:cNvSpPr>
          <p:nvPr>
            <p:ph type="sldNum" idx="12"/>
          </p:nvPr>
        </p:nvSpPr>
        <p:spPr>
          <a:xfrm>
            <a:off x="31456312" y="29978350"/>
            <a:ext cx="10240962" cy="2286000"/>
          </a:xfrm>
          <a:prstGeom prst="rect">
            <a:avLst/>
          </a:prstGeom>
          <a:noFill/>
          <a:ln>
            <a:noFill/>
          </a:ln>
        </p:spPr>
        <p:txBody>
          <a:bodyPr spcFirstLastPara="1" wrap="square" lIns="470250" tIns="235125" rIns="470250" bIns="235125" anchor="t" anchorCtr="0">
            <a:noAutofit/>
          </a:bodyPr>
          <a:lstStyle>
            <a:lvl1pPr marL="0" marR="0" lvl="0" indent="0" algn="r">
              <a:spcBef>
                <a:spcPts val="0"/>
              </a:spcBef>
              <a:spcAft>
                <a:spcPts val="0"/>
              </a:spcAft>
              <a:buNone/>
              <a:defRPr sz="7200" b="0" i="0" u="none" strike="noStrike" cap="none">
                <a:solidFill>
                  <a:schemeClr val="dk1"/>
                </a:solidFill>
                <a:latin typeface="Arial"/>
                <a:ea typeface="Arial"/>
                <a:cs typeface="Arial"/>
                <a:sym typeface="Arial"/>
              </a:defRPr>
            </a:lvl1pPr>
            <a:lvl2pPr marL="0" marR="0" lvl="1" indent="0" algn="r">
              <a:spcBef>
                <a:spcPts val="0"/>
              </a:spcBef>
              <a:spcAft>
                <a:spcPts val="0"/>
              </a:spcAft>
              <a:buNone/>
              <a:defRPr sz="7200" b="0" i="0" u="none" strike="noStrike" cap="none">
                <a:solidFill>
                  <a:schemeClr val="dk1"/>
                </a:solidFill>
                <a:latin typeface="Arial"/>
                <a:ea typeface="Arial"/>
                <a:cs typeface="Arial"/>
                <a:sym typeface="Arial"/>
              </a:defRPr>
            </a:lvl2pPr>
            <a:lvl3pPr marL="0" marR="0" lvl="2" indent="0" algn="r">
              <a:spcBef>
                <a:spcPts val="0"/>
              </a:spcBef>
              <a:spcAft>
                <a:spcPts val="0"/>
              </a:spcAft>
              <a:buNone/>
              <a:defRPr sz="7200" b="0" i="0" u="none" strike="noStrike" cap="none">
                <a:solidFill>
                  <a:schemeClr val="dk1"/>
                </a:solidFill>
                <a:latin typeface="Arial"/>
                <a:ea typeface="Arial"/>
                <a:cs typeface="Arial"/>
                <a:sym typeface="Arial"/>
              </a:defRPr>
            </a:lvl3pPr>
            <a:lvl4pPr marL="0" marR="0" lvl="3" indent="0" algn="r">
              <a:spcBef>
                <a:spcPts val="0"/>
              </a:spcBef>
              <a:spcAft>
                <a:spcPts val="0"/>
              </a:spcAft>
              <a:buNone/>
              <a:defRPr sz="7200" b="0" i="0" u="none" strike="noStrike" cap="none">
                <a:solidFill>
                  <a:schemeClr val="dk1"/>
                </a:solidFill>
                <a:latin typeface="Arial"/>
                <a:ea typeface="Arial"/>
                <a:cs typeface="Arial"/>
                <a:sym typeface="Arial"/>
              </a:defRPr>
            </a:lvl4pPr>
            <a:lvl5pPr marL="0" marR="0" lvl="4" indent="0" algn="r">
              <a:spcBef>
                <a:spcPts val="0"/>
              </a:spcBef>
              <a:spcAft>
                <a:spcPts val="0"/>
              </a:spcAft>
              <a:buNone/>
              <a:defRPr sz="7200" b="0" i="0" u="none" strike="noStrike" cap="none">
                <a:solidFill>
                  <a:schemeClr val="dk1"/>
                </a:solidFill>
                <a:latin typeface="Arial"/>
                <a:ea typeface="Arial"/>
                <a:cs typeface="Arial"/>
                <a:sym typeface="Arial"/>
              </a:defRPr>
            </a:lvl5pPr>
            <a:lvl6pPr marL="0" marR="0" lvl="5" indent="0" algn="r">
              <a:spcBef>
                <a:spcPts val="0"/>
              </a:spcBef>
              <a:spcAft>
                <a:spcPts val="0"/>
              </a:spcAft>
              <a:buNone/>
              <a:defRPr sz="7200" b="0" i="0" u="none" strike="noStrike" cap="none">
                <a:solidFill>
                  <a:schemeClr val="dk1"/>
                </a:solidFill>
                <a:latin typeface="Arial"/>
                <a:ea typeface="Arial"/>
                <a:cs typeface="Arial"/>
                <a:sym typeface="Arial"/>
              </a:defRPr>
            </a:lvl6pPr>
            <a:lvl7pPr marL="0" marR="0" lvl="6" indent="0" algn="r">
              <a:spcBef>
                <a:spcPts val="0"/>
              </a:spcBef>
              <a:spcAft>
                <a:spcPts val="0"/>
              </a:spcAft>
              <a:buNone/>
              <a:defRPr sz="7200" b="0" i="0" u="none" strike="noStrike" cap="none">
                <a:solidFill>
                  <a:schemeClr val="dk1"/>
                </a:solidFill>
                <a:latin typeface="Arial"/>
                <a:ea typeface="Arial"/>
                <a:cs typeface="Arial"/>
                <a:sym typeface="Arial"/>
              </a:defRPr>
            </a:lvl7pPr>
            <a:lvl8pPr marL="0" marR="0" lvl="7" indent="0" algn="r">
              <a:spcBef>
                <a:spcPts val="0"/>
              </a:spcBef>
              <a:spcAft>
                <a:spcPts val="0"/>
              </a:spcAft>
              <a:buNone/>
              <a:defRPr sz="7200" b="0" i="0" u="none" strike="noStrike" cap="none">
                <a:solidFill>
                  <a:schemeClr val="dk1"/>
                </a:solidFill>
                <a:latin typeface="Arial"/>
                <a:ea typeface="Arial"/>
                <a:cs typeface="Arial"/>
                <a:sym typeface="Arial"/>
              </a:defRPr>
            </a:lvl8pPr>
            <a:lvl9pPr marL="0" marR="0" lvl="8" indent="0" algn="r">
              <a:spcBef>
                <a:spcPts val="0"/>
              </a:spcBef>
              <a:spcAft>
                <a:spcPts val="0"/>
              </a:spcAft>
              <a:buNone/>
              <a:defRPr sz="72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2"/>
        <p:cNvGrpSpPr/>
        <p:nvPr/>
      </p:nvGrpSpPr>
      <p:grpSpPr>
        <a:xfrm>
          <a:off x="0" y="0"/>
          <a:ext cx="0" cy="0"/>
          <a:chOff x="0" y="0"/>
          <a:chExt cx="0" cy="0"/>
        </a:xfrm>
      </p:grpSpPr>
      <p:sp>
        <p:nvSpPr>
          <p:cNvPr id="83" name="Google Shape;83;p13"/>
          <p:cNvSpPr txBox="1">
            <a:spLocks noGrp="1"/>
          </p:cNvSpPr>
          <p:nvPr>
            <p:ph type="title"/>
          </p:nvPr>
        </p:nvSpPr>
        <p:spPr>
          <a:xfrm rot="5400000">
            <a:off x="22715627" y="10425555"/>
            <a:ext cx="28087638" cy="9874956"/>
          </a:xfrm>
          <a:prstGeom prst="rect">
            <a:avLst/>
          </a:prstGeom>
          <a:noFill/>
          <a:ln>
            <a:noFill/>
          </a:ln>
        </p:spPr>
        <p:txBody>
          <a:bodyPr spcFirstLastPara="1" wrap="square" lIns="470250" tIns="235125" rIns="470250" bIns="235125"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4" name="Google Shape;84;p13"/>
          <p:cNvSpPr txBox="1">
            <a:spLocks noGrp="1"/>
          </p:cNvSpPr>
          <p:nvPr>
            <p:ph type="body" idx="1"/>
          </p:nvPr>
        </p:nvSpPr>
        <p:spPr>
          <a:xfrm rot="5400000">
            <a:off x="2897276" y="617628"/>
            <a:ext cx="28087638" cy="29490811"/>
          </a:xfrm>
          <a:prstGeom prst="rect">
            <a:avLst/>
          </a:prstGeom>
          <a:noFill/>
          <a:ln>
            <a:noFill/>
          </a:ln>
        </p:spPr>
        <p:txBody>
          <a:bodyPr spcFirstLastPara="1" wrap="square" lIns="470250" tIns="235125" rIns="470250" bIns="235125"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5" name="Google Shape;85;p13"/>
          <p:cNvSpPr txBox="1">
            <a:spLocks noGrp="1"/>
          </p:cNvSpPr>
          <p:nvPr>
            <p:ph type="dt" idx="10"/>
          </p:nvPr>
        </p:nvSpPr>
        <p:spPr>
          <a:xfrm>
            <a:off x="2195513" y="29978350"/>
            <a:ext cx="10240962" cy="2286000"/>
          </a:xfrm>
          <a:prstGeom prst="rect">
            <a:avLst/>
          </a:prstGeom>
          <a:noFill/>
          <a:ln>
            <a:noFill/>
          </a:ln>
        </p:spPr>
        <p:txBody>
          <a:bodyPr spcFirstLastPara="1" wrap="square" lIns="470250" tIns="235125" rIns="470250" bIns="235125"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13"/>
          <p:cNvSpPr txBox="1">
            <a:spLocks noGrp="1"/>
          </p:cNvSpPr>
          <p:nvPr>
            <p:ph type="ftr" idx="11"/>
          </p:nvPr>
        </p:nvSpPr>
        <p:spPr>
          <a:xfrm>
            <a:off x="14997112" y="29978350"/>
            <a:ext cx="13898562" cy="2286000"/>
          </a:xfrm>
          <a:prstGeom prst="rect">
            <a:avLst/>
          </a:prstGeom>
          <a:noFill/>
          <a:ln>
            <a:noFill/>
          </a:ln>
        </p:spPr>
        <p:txBody>
          <a:bodyPr spcFirstLastPara="1" wrap="square" lIns="470250" tIns="235125" rIns="470250" bIns="235125"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13"/>
          <p:cNvSpPr txBox="1">
            <a:spLocks noGrp="1"/>
          </p:cNvSpPr>
          <p:nvPr>
            <p:ph type="sldNum" idx="12"/>
          </p:nvPr>
        </p:nvSpPr>
        <p:spPr>
          <a:xfrm>
            <a:off x="31456312" y="29978350"/>
            <a:ext cx="10240962" cy="2286000"/>
          </a:xfrm>
          <a:prstGeom prst="rect">
            <a:avLst/>
          </a:prstGeom>
          <a:noFill/>
          <a:ln>
            <a:noFill/>
          </a:ln>
        </p:spPr>
        <p:txBody>
          <a:bodyPr spcFirstLastPara="1" wrap="square" lIns="470250" tIns="235125" rIns="470250" bIns="235125" anchor="t" anchorCtr="0">
            <a:noAutofit/>
          </a:bodyPr>
          <a:lstStyle>
            <a:lvl1pPr marL="0" marR="0" lvl="0" indent="0" algn="r">
              <a:spcBef>
                <a:spcPts val="0"/>
              </a:spcBef>
              <a:spcAft>
                <a:spcPts val="0"/>
              </a:spcAft>
              <a:buNone/>
              <a:defRPr sz="7200" b="0" i="0" u="none" strike="noStrike" cap="none">
                <a:solidFill>
                  <a:schemeClr val="dk1"/>
                </a:solidFill>
                <a:latin typeface="Arial"/>
                <a:ea typeface="Arial"/>
                <a:cs typeface="Arial"/>
                <a:sym typeface="Arial"/>
              </a:defRPr>
            </a:lvl1pPr>
            <a:lvl2pPr marL="0" marR="0" lvl="1" indent="0" algn="r">
              <a:spcBef>
                <a:spcPts val="0"/>
              </a:spcBef>
              <a:spcAft>
                <a:spcPts val="0"/>
              </a:spcAft>
              <a:buNone/>
              <a:defRPr sz="7200" b="0" i="0" u="none" strike="noStrike" cap="none">
                <a:solidFill>
                  <a:schemeClr val="dk1"/>
                </a:solidFill>
                <a:latin typeface="Arial"/>
                <a:ea typeface="Arial"/>
                <a:cs typeface="Arial"/>
                <a:sym typeface="Arial"/>
              </a:defRPr>
            </a:lvl2pPr>
            <a:lvl3pPr marL="0" marR="0" lvl="2" indent="0" algn="r">
              <a:spcBef>
                <a:spcPts val="0"/>
              </a:spcBef>
              <a:spcAft>
                <a:spcPts val="0"/>
              </a:spcAft>
              <a:buNone/>
              <a:defRPr sz="7200" b="0" i="0" u="none" strike="noStrike" cap="none">
                <a:solidFill>
                  <a:schemeClr val="dk1"/>
                </a:solidFill>
                <a:latin typeface="Arial"/>
                <a:ea typeface="Arial"/>
                <a:cs typeface="Arial"/>
                <a:sym typeface="Arial"/>
              </a:defRPr>
            </a:lvl3pPr>
            <a:lvl4pPr marL="0" marR="0" lvl="3" indent="0" algn="r">
              <a:spcBef>
                <a:spcPts val="0"/>
              </a:spcBef>
              <a:spcAft>
                <a:spcPts val="0"/>
              </a:spcAft>
              <a:buNone/>
              <a:defRPr sz="7200" b="0" i="0" u="none" strike="noStrike" cap="none">
                <a:solidFill>
                  <a:schemeClr val="dk1"/>
                </a:solidFill>
                <a:latin typeface="Arial"/>
                <a:ea typeface="Arial"/>
                <a:cs typeface="Arial"/>
                <a:sym typeface="Arial"/>
              </a:defRPr>
            </a:lvl4pPr>
            <a:lvl5pPr marL="0" marR="0" lvl="4" indent="0" algn="r">
              <a:spcBef>
                <a:spcPts val="0"/>
              </a:spcBef>
              <a:spcAft>
                <a:spcPts val="0"/>
              </a:spcAft>
              <a:buNone/>
              <a:defRPr sz="7200" b="0" i="0" u="none" strike="noStrike" cap="none">
                <a:solidFill>
                  <a:schemeClr val="dk1"/>
                </a:solidFill>
                <a:latin typeface="Arial"/>
                <a:ea typeface="Arial"/>
                <a:cs typeface="Arial"/>
                <a:sym typeface="Arial"/>
              </a:defRPr>
            </a:lvl5pPr>
            <a:lvl6pPr marL="0" marR="0" lvl="5" indent="0" algn="r">
              <a:spcBef>
                <a:spcPts val="0"/>
              </a:spcBef>
              <a:spcAft>
                <a:spcPts val="0"/>
              </a:spcAft>
              <a:buNone/>
              <a:defRPr sz="7200" b="0" i="0" u="none" strike="noStrike" cap="none">
                <a:solidFill>
                  <a:schemeClr val="dk1"/>
                </a:solidFill>
                <a:latin typeface="Arial"/>
                <a:ea typeface="Arial"/>
                <a:cs typeface="Arial"/>
                <a:sym typeface="Arial"/>
              </a:defRPr>
            </a:lvl6pPr>
            <a:lvl7pPr marL="0" marR="0" lvl="6" indent="0" algn="r">
              <a:spcBef>
                <a:spcPts val="0"/>
              </a:spcBef>
              <a:spcAft>
                <a:spcPts val="0"/>
              </a:spcAft>
              <a:buNone/>
              <a:defRPr sz="7200" b="0" i="0" u="none" strike="noStrike" cap="none">
                <a:solidFill>
                  <a:schemeClr val="dk1"/>
                </a:solidFill>
                <a:latin typeface="Arial"/>
                <a:ea typeface="Arial"/>
                <a:cs typeface="Arial"/>
                <a:sym typeface="Arial"/>
              </a:defRPr>
            </a:lvl7pPr>
            <a:lvl8pPr marL="0" marR="0" lvl="7" indent="0" algn="r">
              <a:spcBef>
                <a:spcPts val="0"/>
              </a:spcBef>
              <a:spcAft>
                <a:spcPts val="0"/>
              </a:spcAft>
              <a:buNone/>
              <a:defRPr sz="7200" b="0" i="0" u="none" strike="noStrike" cap="none">
                <a:solidFill>
                  <a:schemeClr val="dk1"/>
                </a:solidFill>
                <a:latin typeface="Arial"/>
                <a:ea typeface="Arial"/>
                <a:cs typeface="Arial"/>
                <a:sym typeface="Arial"/>
              </a:defRPr>
            </a:lvl8pPr>
            <a:lvl9pPr marL="0" marR="0" lvl="8" indent="0" algn="r">
              <a:spcBef>
                <a:spcPts val="0"/>
              </a:spcBef>
              <a:spcAft>
                <a:spcPts val="0"/>
              </a:spcAft>
              <a:buNone/>
              <a:defRPr sz="72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2195513" y="1319213"/>
            <a:ext cx="39501762" cy="5486400"/>
          </a:xfrm>
          <a:prstGeom prst="rect">
            <a:avLst/>
          </a:prstGeom>
          <a:noFill/>
          <a:ln>
            <a:noFill/>
          </a:ln>
        </p:spPr>
        <p:txBody>
          <a:bodyPr spcFirstLastPara="1" wrap="square" lIns="470250" tIns="235125" rIns="470250" bIns="235125" anchor="ctr" anchorCtr="0">
            <a:noAutofit/>
          </a:bodyPr>
          <a:lstStyle>
            <a:lvl1pPr marR="0" lvl="0" algn="ctr" rtl="0">
              <a:spcBef>
                <a:spcPts val="0"/>
              </a:spcBef>
              <a:spcAft>
                <a:spcPts val="0"/>
              </a:spcAft>
              <a:buSzPts val="1400"/>
              <a:buNone/>
              <a:defRPr sz="22700" b="0" i="0" u="none" strike="noStrike" cap="none">
                <a:solidFill>
                  <a:schemeClr val="dk2"/>
                </a:solidFill>
                <a:latin typeface="Arial"/>
                <a:ea typeface="Arial"/>
                <a:cs typeface="Arial"/>
                <a:sym typeface="Arial"/>
              </a:defRPr>
            </a:lvl1pPr>
            <a:lvl2pPr marR="0" lvl="1" algn="ctr" rtl="0">
              <a:spcBef>
                <a:spcPts val="0"/>
              </a:spcBef>
              <a:spcAft>
                <a:spcPts val="0"/>
              </a:spcAft>
              <a:buSzPts val="1400"/>
              <a:buNone/>
              <a:defRPr sz="22700" b="0" i="0" u="none" strike="noStrike" cap="none">
                <a:solidFill>
                  <a:schemeClr val="dk2"/>
                </a:solidFill>
                <a:latin typeface="Arial"/>
                <a:ea typeface="Arial"/>
                <a:cs typeface="Arial"/>
                <a:sym typeface="Arial"/>
              </a:defRPr>
            </a:lvl2pPr>
            <a:lvl3pPr marR="0" lvl="2" algn="ctr" rtl="0">
              <a:spcBef>
                <a:spcPts val="0"/>
              </a:spcBef>
              <a:spcAft>
                <a:spcPts val="0"/>
              </a:spcAft>
              <a:buSzPts val="1400"/>
              <a:buNone/>
              <a:defRPr sz="22700" b="0" i="0" u="none" strike="noStrike" cap="none">
                <a:solidFill>
                  <a:schemeClr val="dk2"/>
                </a:solidFill>
                <a:latin typeface="Arial"/>
                <a:ea typeface="Arial"/>
                <a:cs typeface="Arial"/>
                <a:sym typeface="Arial"/>
              </a:defRPr>
            </a:lvl3pPr>
            <a:lvl4pPr marR="0" lvl="3" algn="ctr" rtl="0">
              <a:spcBef>
                <a:spcPts val="0"/>
              </a:spcBef>
              <a:spcAft>
                <a:spcPts val="0"/>
              </a:spcAft>
              <a:buSzPts val="1400"/>
              <a:buNone/>
              <a:defRPr sz="22700" b="0" i="0" u="none" strike="noStrike" cap="none">
                <a:solidFill>
                  <a:schemeClr val="dk2"/>
                </a:solidFill>
                <a:latin typeface="Arial"/>
                <a:ea typeface="Arial"/>
                <a:cs typeface="Arial"/>
                <a:sym typeface="Arial"/>
              </a:defRPr>
            </a:lvl4pPr>
            <a:lvl5pPr marR="0" lvl="4" algn="ctr" rtl="0">
              <a:spcBef>
                <a:spcPts val="0"/>
              </a:spcBef>
              <a:spcAft>
                <a:spcPts val="0"/>
              </a:spcAft>
              <a:buSzPts val="1400"/>
              <a:buNone/>
              <a:defRPr sz="22700" b="0" i="0" u="none" strike="noStrike" cap="none">
                <a:solidFill>
                  <a:schemeClr val="dk2"/>
                </a:solidFill>
                <a:latin typeface="Arial"/>
                <a:ea typeface="Arial"/>
                <a:cs typeface="Arial"/>
                <a:sym typeface="Arial"/>
              </a:defRPr>
            </a:lvl5pPr>
            <a:lvl6pPr marR="0" lvl="5" algn="ctr" rtl="0">
              <a:spcBef>
                <a:spcPts val="0"/>
              </a:spcBef>
              <a:spcAft>
                <a:spcPts val="0"/>
              </a:spcAft>
              <a:buSzPts val="1400"/>
              <a:buNone/>
              <a:defRPr sz="22700" b="0" i="0" u="none" strike="noStrike" cap="none">
                <a:solidFill>
                  <a:schemeClr val="dk2"/>
                </a:solidFill>
                <a:latin typeface="Arial"/>
                <a:ea typeface="Arial"/>
                <a:cs typeface="Arial"/>
                <a:sym typeface="Arial"/>
              </a:defRPr>
            </a:lvl6pPr>
            <a:lvl7pPr marR="0" lvl="6" algn="ctr" rtl="0">
              <a:spcBef>
                <a:spcPts val="0"/>
              </a:spcBef>
              <a:spcAft>
                <a:spcPts val="0"/>
              </a:spcAft>
              <a:buSzPts val="1400"/>
              <a:buNone/>
              <a:defRPr sz="22700" b="0" i="0" u="none" strike="noStrike" cap="none">
                <a:solidFill>
                  <a:schemeClr val="dk2"/>
                </a:solidFill>
                <a:latin typeface="Arial"/>
                <a:ea typeface="Arial"/>
                <a:cs typeface="Arial"/>
                <a:sym typeface="Arial"/>
              </a:defRPr>
            </a:lvl7pPr>
            <a:lvl8pPr marR="0" lvl="7" algn="ctr" rtl="0">
              <a:spcBef>
                <a:spcPts val="0"/>
              </a:spcBef>
              <a:spcAft>
                <a:spcPts val="0"/>
              </a:spcAft>
              <a:buSzPts val="1400"/>
              <a:buNone/>
              <a:defRPr sz="22700" b="0" i="0" u="none" strike="noStrike" cap="none">
                <a:solidFill>
                  <a:schemeClr val="dk2"/>
                </a:solidFill>
                <a:latin typeface="Arial"/>
                <a:ea typeface="Arial"/>
                <a:cs typeface="Arial"/>
                <a:sym typeface="Arial"/>
              </a:defRPr>
            </a:lvl8pPr>
            <a:lvl9pPr marR="0" lvl="8" algn="ctr" rtl="0">
              <a:spcBef>
                <a:spcPts val="0"/>
              </a:spcBef>
              <a:spcAft>
                <a:spcPts val="0"/>
              </a:spcAft>
              <a:buSzPts val="1400"/>
              <a:buNone/>
              <a:defRPr sz="22700" b="0" i="0" u="none" strike="noStrike" cap="none">
                <a:solidFill>
                  <a:schemeClr val="dk2"/>
                </a:solidFill>
                <a:latin typeface="Arial"/>
                <a:ea typeface="Arial"/>
                <a:cs typeface="Arial"/>
                <a:sym typeface="Arial"/>
              </a:defRPr>
            </a:lvl9pPr>
          </a:lstStyle>
          <a:p>
            <a:endParaRPr/>
          </a:p>
        </p:txBody>
      </p:sp>
      <p:sp>
        <p:nvSpPr>
          <p:cNvPr id="11" name="Google Shape;11;p2"/>
          <p:cNvSpPr txBox="1">
            <a:spLocks noGrp="1"/>
          </p:cNvSpPr>
          <p:nvPr>
            <p:ph type="body" idx="1"/>
          </p:nvPr>
        </p:nvSpPr>
        <p:spPr>
          <a:xfrm>
            <a:off x="2195513" y="7681913"/>
            <a:ext cx="39501762" cy="21724938"/>
          </a:xfrm>
          <a:prstGeom prst="rect">
            <a:avLst/>
          </a:prstGeom>
          <a:noFill/>
          <a:ln>
            <a:noFill/>
          </a:ln>
        </p:spPr>
        <p:txBody>
          <a:bodyPr spcFirstLastPara="1" wrap="square" lIns="470250" tIns="235125" rIns="470250" bIns="235125" anchor="t" anchorCtr="0">
            <a:noAutofit/>
          </a:bodyPr>
          <a:lstStyle>
            <a:lvl1pPr marL="457200" marR="0" lvl="0" indent="-1276350" algn="l" rtl="0">
              <a:spcBef>
                <a:spcPts val="3300"/>
              </a:spcBef>
              <a:spcAft>
                <a:spcPts val="0"/>
              </a:spcAft>
              <a:buClr>
                <a:schemeClr val="dk1"/>
              </a:buClr>
              <a:buSzPts val="16500"/>
              <a:buFont typeface="Arial"/>
              <a:buChar char="•"/>
              <a:defRPr sz="16500" b="0" i="0" u="none" strike="noStrike" cap="none">
                <a:solidFill>
                  <a:schemeClr val="dk1"/>
                </a:solidFill>
                <a:latin typeface="Arial"/>
                <a:ea typeface="Arial"/>
                <a:cs typeface="Arial"/>
                <a:sym typeface="Arial"/>
              </a:defRPr>
            </a:lvl1pPr>
            <a:lvl2pPr marL="914400" marR="0" lvl="1" indent="-1143000" algn="l" rtl="0">
              <a:spcBef>
                <a:spcPts val="2880"/>
              </a:spcBef>
              <a:spcAft>
                <a:spcPts val="0"/>
              </a:spcAft>
              <a:buClr>
                <a:schemeClr val="dk1"/>
              </a:buClr>
              <a:buSzPts val="14400"/>
              <a:buFont typeface="Arial"/>
              <a:buChar char="–"/>
              <a:defRPr sz="14400" b="0" i="0" u="none" strike="noStrike" cap="none">
                <a:solidFill>
                  <a:schemeClr val="dk1"/>
                </a:solidFill>
                <a:latin typeface="Arial"/>
                <a:ea typeface="Arial"/>
                <a:cs typeface="Arial"/>
                <a:sym typeface="Arial"/>
              </a:defRPr>
            </a:lvl2pPr>
            <a:lvl3pPr marL="1371600" marR="0" lvl="2" indent="-1009650" algn="l" rtl="0">
              <a:spcBef>
                <a:spcPts val="2460"/>
              </a:spcBef>
              <a:spcAft>
                <a:spcPts val="0"/>
              </a:spcAft>
              <a:buClr>
                <a:schemeClr val="dk1"/>
              </a:buClr>
              <a:buSzPts val="12300"/>
              <a:buFont typeface="Arial"/>
              <a:buChar char="•"/>
              <a:defRPr sz="12300" b="0" i="0" u="none" strike="noStrike" cap="none">
                <a:solidFill>
                  <a:schemeClr val="dk1"/>
                </a:solidFill>
                <a:latin typeface="Arial"/>
                <a:ea typeface="Arial"/>
                <a:cs typeface="Arial"/>
                <a:sym typeface="Arial"/>
              </a:defRPr>
            </a:lvl3pPr>
            <a:lvl4pPr marL="1828800" marR="0" lvl="3" indent="-889000" algn="l" rtl="0">
              <a:spcBef>
                <a:spcPts val="2080"/>
              </a:spcBef>
              <a:spcAft>
                <a:spcPts val="0"/>
              </a:spcAft>
              <a:buClr>
                <a:schemeClr val="dk1"/>
              </a:buClr>
              <a:buSzPts val="10400"/>
              <a:buFont typeface="Arial"/>
              <a:buChar char="–"/>
              <a:defRPr sz="10400" b="0" i="0" u="none" strike="noStrike" cap="none">
                <a:solidFill>
                  <a:schemeClr val="dk1"/>
                </a:solidFill>
                <a:latin typeface="Arial"/>
                <a:ea typeface="Arial"/>
                <a:cs typeface="Arial"/>
                <a:sym typeface="Arial"/>
              </a:defRPr>
            </a:lvl4pPr>
            <a:lvl5pPr marL="2286000" marR="0" lvl="4" indent="-889000" algn="l" rtl="0">
              <a:spcBef>
                <a:spcPts val="2080"/>
              </a:spcBef>
              <a:spcAft>
                <a:spcPts val="0"/>
              </a:spcAft>
              <a:buClr>
                <a:schemeClr val="dk1"/>
              </a:buClr>
              <a:buSzPts val="10400"/>
              <a:buFont typeface="Arial"/>
              <a:buChar char="»"/>
              <a:defRPr sz="10400" b="0" i="0" u="none" strike="noStrike" cap="none">
                <a:solidFill>
                  <a:schemeClr val="dk1"/>
                </a:solidFill>
                <a:latin typeface="Arial"/>
                <a:ea typeface="Arial"/>
                <a:cs typeface="Arial"/>
                <a:sym typeface="Arial"/>
              </a:defRPr>
            </a:lvl5pPr>
            <a:lvl6pPr marL="2743200" marR="0" lvl="5" indent="-889000" algn="l" rtl="0">
              <a:spcBef>
                <a:spcPts val="2080"/>
              </a:spcBef>
              <a:spcAft>
                <a:spcPts val="0"/>
              </a:spcAft>
              <a:buClr>
                <a:schemeClr val="dk1"/>
              </a:buClr>
              <a:buSzPts val="10400"/>
              <a:buFont typeface="Arial"/>
              <a:buChar char="»"/>
              <a:defRPr sz="10400" b="0" i="0" u="none" strike="noStrike" cap="none">
                <a:solidFill>
                  <a:schemeClr val="dk1"/>
                </a:solidFill>
                <a:latin typeface="Arial"/>
                <a:ea typeface="Arial"/>
                <a:cs typeface="Arial"/>
                <a:sym typeface="Arial"/>
              </a:defRPr>
            </a:lvl6pPr>
            <a:lvl7pPr marL="3200400" marR="0" lvl="6" indent="-889000" algn="l" rtl="0">
              <a:spcBef>
                <a:spcPts val="2080"/>
              </a:spcBef>
              <a:spcAft>
                <a:spcPts val="0"/>
              </a:spcAft>
              <a:buClr>
                <a:schemeClr val="dk1"/>
              </a:buClr>
              <a:buSzPts val="10400"/>
              <a:buFont typeface="Arial"/>
              <a:buChar char="»"/>
              <a:defRPr sz="10400" b="0" i="0" u="none" strike="noStrike" cap="none">
                <a:solidFill>
                  <a:schemeClr val="dk1"/>
                </a:solidFill>
                <a:latin typeface="Arial"/>
                <a:ea typeface="Arial"/>
                <a:cs typeface="Arial"/>
                <a:sym typeface="Arial"/>
              </a:defRPr>
            </a:lvl7pPr>
            <a:lvl8pPr marL="3657600" marR="0" lvl="7" indent="-889000" algn="l" rtl="0">
              <a:spcBef>
                <a:spcPts val="2080"/>
              </a:spcBef>
              <a:spcAft>
                <a:spcPts val="0"/>
              </a:spcAft>
              <a:buClr>
                <a:schemeClr val="dk1"/>
              </a:buClr>
              <a:buSzPts val="10400"/>
              <a:buFont typeface="Arial"/>
              <a:buChar char="»"/>
              <a:defRPr sz="10400" b="0" i="0" u="none" strike="noStrike" cap="none">
                <a:solidFill>
                  <a:schemeClr val="dk1"/>
                </a:solidFill>
                <a:latin typeface="Arial"/>
                <a:ea typeface="Arial"/>
                <a:cs typeface="Arial"/>
                <a:sym typeface="Arial"/>
              </a:defRPr>
            </a:lvl8pPr>
            <a:lvl9pPr marL="4114800" marR="0" lvl="8" indent="-889000" algn="l" rtl="0">
              <a:spcBef>
                <a:spcPts val="2080"/>
              </a:spcBef>
              <a:spcAft>
                <a:spcPts val="0"/>
              </a:spcAft>
              <a:buClr>
                <a:schemeClr val="dk1"/>
              </a:buClr>
              <a:buSzPts val="10400"/>
              <a:buFont typeface="Arial"/>
              <a:buChar char="»"/>
              <a:defRPr sz="10400" b="0" i="0" u="none" strike="noStrike" cap="none">
                <a:solidFill>
                  <a:schemeClr val="dk1"/>
                </a:solidFill>
                <a:latin typeface="Arial"/>
                <a:ea typeface="Arial"/>
                <a:cs typeface="Arial"/>
                <a:sym typeface="Arial"/>
              </a:defRPr>
            </a:lvl9pPr>
          </a:lstStyle>
          <a:p>
            <a:endParaRPr/>
          </a:p>
        </p:txBody>
      </p:sp>
      <p:sp>
        <p:nvSpPr>
          <p:cNvPr id="12" name="Google Shape;12;p2"/>
          <p:cNvSpPr txBox="1">
            <a:spLocks noGrp="1"/>
          </p:cNvSpPr>
          <p:nvPr>
            <p:ph type="dt" idx="10"/>
          </p:nvPr>
        </p:nvSpPr>
        <p:spPr>
          <a:xfrm>
            <a:off x="2195513" y="29978350"/>
            <a:ext cx="10240962" cy="2286000"/>
          </a:xfrm>
          <a:prstGeom prst="rect">
            <a:avLst/>
          </a:prstGeom>
          <a:noFill/>
          <a:ln>
            <a:noFill/>
          </a:ln>
        </p:spPr>
        <p:txBody>
          <a:bodyPr spcFirstLastPara="1" wrap="square" lIns="470250" tIns="235125" rIns="470250" bIns="235125" anchor="t" anchorCtr="0">
            <a:noAutofit/>
          </a:bodyPr>
          <a:lstStyle>
            <a:lvl1pPr marR="0" lvl="0" algn="l" rtl="0">
              <a:spcBef>
                <a:spcPts val="0"/>
              </a:spcBef>
              <a:spcAft>
                <a:spcPts val="0"/>
              </a:spcAft>
              <a:buSzPts val="1400"/>
              <a:buNone/>
              <a:defRPr sz="7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30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30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30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30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30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30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30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3000" b="0" i="0" u="none" strike="noStrike" cap="none">
                <a:solidFill>
                  <a:schemeClr val="dk1"/>
                </a:solidFill>
                <a:latin typeface="Arial"/>
                <a:ea typeface="Arial"/>
                <a:cs typeface="Arial"/>
                <a:sym typeface="Arial"/>
              </a:defRPr>
            </a:lvl9pPr>
          </a:lstStyle>
          <a:p>
            <a:endParaRPr/>
          </a:p>
        </p:txBody>
      </p:sp>
      <p:sp>
        <p:nvSpPr>
          <p:cNvPr id="13" name="Google Shape;13;p2"/>
          <p:cNvSpPr txBox="1">
            <a:spLocks noGrp="1"/>
          </p:cNvSpPr>
          <p:nvPr>
            <p:ph type="ftr" idx="11"/>
          </p:nvPr>
        </p:nvSpPr>
        <p:spPr>
          <a:xfrm>
            <a:off x="14997112" y="29978350"/>
            <a:ext cx="13898562" cy="2286000"/>
          </a:xfrm>
          <a:prstGeom prst="rect">
            <a:avLst/>
          </a:prstGeom>
          <a:noFill/>
          <a:ln>
            <a:noFill/>
          </a:ln>
        </p:spPr>
        <p:txBody>
          <a:bodyPr spcFirstLastPara="1" wrap="square" lIns="470250" tIns="235125" rIns="470250" bIns="235125" anchor="t" anchorCtr="0">
            <a:noAutofit/>
          </a:bodyPr>
          <a:lstStyle>
            <a:lvl1pPr marR="0" lvl="0" algn="ctr" rtl="0">
              <a:spcBef>
                <a:spcPts val="0"/>
              </a:spcBef>
              <a:spcAft>
                <a:spcPts val="0"/>
              </a:spcAft>
              <a:buSzPts val="1400"/>
              <a:buNone/>
              <a:defRPr sz="7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30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30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30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30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30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30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30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3000" b="0" i="0" u="none" strike="noStrike" cap="none">
                <a:solidFill>
                  <a:schemeClr val="dk1"/>
                </a:solidFill>
                <a:latin typeface="Arial"/>
                <a:ea typeface="Arial"/>
                <a:cs typeface="Arial"/>
                <a:sym typeface="Arial"/>
              </a:defRPr>
            </a:lvl9pPr>
          </a:lstStyle>
          <a:p>
            <a:endParaRPr/>
          </a:p>
        </p:txBody>
      </p:sp>
      <p:sp>
        <p:nvSpPr>
          <p:cNvPr id="14" name="Google Shape;14;p2"/>
          <p:cNvSpPr txBox="1">
            <a:spLocks noGrp="1"/>
          </p:cNvSpPr>
          <p:nvPr>
            <p:ph type="sldNum" idx="12"/>
          </p:nvPr>
        </p:nvSpPr>
        <p:spPr>
          <a:xfrm>
            <a:off x="31456312" y="29978350"/>
            <a:ext cx="10240962" cy="2286000"/>
          </a:xfrm>
          <a:prstGeom prst="rect">
            <a:avLst/>
          </a:prstGeom>
          <a:noFill/>
          <a:ln>
            <a:noFill/>
          </a:ln>
        </p:spPr>
        <p:txBody>
          <a:bodyPr spcFirstLastPara="1" wrap="square" lIns="470250" tIns="235125" rIns="470250" bIns="235125" anchor="t" anchorCtr="0">
            <a:noAutofit/>
          </a:bodyPr>
          <a:lstStyle>
            <a:lvl1pPr marL="0" marR="0" lvl="0" indent="0" algn="r" rtl="0">
              <a:spcBef>
                <a:spcPts val="0"/>
              </a:spcBef>
              <a:spcAft>
                <a:spcPts val="0"/>
              </a:spcAft>
              <a:buNone/>
              <a:defRPr sz="7200" b="0" i="0" u="none" strike="noStrike" cap="none">
                <a:solidFill>
                  <a:schemeClr val="dk1"/>
                </a:solidFill>
                <a:latin typeface="Arial"/>
                <a:ea typeface="Arial"/>
                <a:cs typeface="Arial"/>
                <a:sym typeface="Arial"/>
              </a:defRPr>
            </a:lvl1pPr>
            <a:lvl2pPr marL="0" marR="0" lvl="1" indent="0" algn="r" rtl="0">
              <a:spcBef>
                <a:spcPts val="0"/>
              </a:spcBef>
              <a:spcAft>
                <a:spcPts val="0"/>
              </a:spcAft>
              <a:buNone/>
              <a:defRPr sz="7200" b="0" i="0" u="none" strike="noStrike" cap="none">
                <a:solidFill>
                  <a:schemeClr val="dk1"/>
                </a:solidFill>
                <a:latin typeface="Arial"/>
                <a:ea typeface="Arial"/>
                <a:cs typeface="Arial"/>
                <a:sym typeface="Arial"/>
              </a:defRPr>
            </a:lvl2pPr>
            <a:lvl3pPr marL="0" marR="0" lvl="2" indent="0" algn="r" rtl="0">
              <a:spcBef>
                <a:spcPts val="0"/>
              </a:spcBef>
              <a:spcAft>
                <a:spcPts val="0"/>
              </a:spcAft>
              <a:buNone/>
              <a:defRPr sz="7200" b="0" i="0" u="none" strike="noStrike" cap="none">
                <a:solidFill>
                  <a:schemeClr val="dk1"/>
                </a:solidFill>
                <a:latin typeface="Arial"/>
                <a:ea typeface="Arial"/>
                <a:cs typeface="Arial"/>
                <a:sym typeface="Arial"/>
              </a:defRPr>
            </a:lvl3pPr>
            <a:lvl4pPr marL="0" marR="0" lvl="3" indent="0" algn="r" rtl="0">
              <a:spcBef>
                <a:spcPts val="0"/>
              </a:spcBef>
              <a:spcAft>
                <a:spcPts val="0"/>
              </a:spcAft>
              <a:buNone/>
              <a:defRPr sz="7200" b="0" i="0" u="none" strike="noStrike" cap="none">
                <a:solidFill>
                  <a:schemeClr val="dk1"/>
                </a:solidFill>
                <a:latin typeface="Arial"/>
                <a:ea typeface="Arial"/>
                <a:cs typeface="Arial"/>
                <a:sym typeface="Arial"/>
              </a:defRPr>
            </a:lvl4pPr>
            <a:lvl5pPr marL="0" marR="0" lvl="4" indent="0" algn="r" rtl="0">
              <a:spcBef>
                <a:spcPts val="0"/>
              </a:spcBef>
              <a:spcAft>
                <a:spcPts val="0"/>
              </a:spcAft>
              <a:buNone/>
              <a:defRPr sz="7200" b="0" i="0" u="none" strike="noStrike" cap="none">
                <a:solidFill>
                  <a:schemeClr val="dk1"/>
                </a:solidFill>
                <a:latin typeface="Arial"/>
                <a:ea typeface="Arial"/>
                <a:cs typeface="Arial"/>
                <a:sym typeface="Arial"/>
              </a:defRPr>
            </a:lvl5pPr>
            <a:lvl6pPr marL="0" marR="0" lvl="5" indent="0" algn="r" rtl="0">
              <a:spcBef>
                <a:spcPts val="0"/>
              </a:spcBef>
              <a:spcAft>
                <a:spcPts val="0"/>
              </a:spcAft>
              <a:buNone/>
              <a:defRPr sz="7200" b="0" i="0" u="none" strike="noStrike" cap="none">
                <a:solidFill>
                  <a:schemeClr val="dk1"/>
                </a:solidFill>
                <a:latin typeface="Arial"/>
                <a:ea typeface="Arial"/>
                <a:cs typeface="Arial"/>
                <a:sym typeface="Arial"/>
              </a:defRPr>
            </a:lvl6pPr>
            <a:lvl7pPr marL="0" marR="0" lvl="6" indent="0" algn="r" rtl="0">
              <a:spcBef>
                <a:spcPts val="0"/>
              </a:spcBef>
              <a:spcAft>
                <a:spcPts val="0"/>
              </a:spcAft>
              <a:buNone/>
              <a:defRPr sz="7200" b="0" i="0" u="none" strike="noStrike" cap="none">
                <a:solidFill>
                  <a:schemeClr val="dk1"/>
                </a:solidFill>
                <a:latin typeface="Arial"/>
                <a:ea typeface="Arial"/>
                <a:cs typeface="Arial"/>
                <a:sym typeface="Arial"/>
              </a:defRPr>
            </a:lvl7pPr>
            <a:lvl8pPr marL="0" marR="0" lvl="7" indent="0" algn="r" rtl="0">
              <a:spcBef>
                <a:spcPts val="0"/>
              </a:spcBef>
              <a:spcAft>
                <a:spcPts val="0"/>
              </a:spcAft>
              <a:buNone/>
              <a:defRPr sz="7200" b="0" i="0" u="none" strike="noStrike" cap="none">
                <a:solidFill>
                  <a:schemeClr val="dk1"/>
                </a:solidFill>
                <a:latin typeface="Arial"/>
                <a:ea typeface="Arial"/>
                <a:cs typeface="Arial"/>
                <a:sym typeface="Arial"/>
              </a:defRPr>
            </a:lvl8pPr>
            <a:lvl9pPr marL="0" marR="0" lvl="8" indent="0" algn="r" rtl="0">
              <a:spcBef>
                <a:spcPts val="0"/>
              </a:spcBef>
              <a:spcAft>
                <a:spcPts val="0"/>
              </a:spcAft>
              <a:buNone/>
              <a:defRPr sz="72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15" name="Google Shape;15;p2"/>
          <p:cNvPicPr preferRelativeResize="0"/>
          <p:nvPr/>
        </p:nvPicPr>
        <p:blipFill rotWithShape="1">
          <a:blip r:embed="rId13">
            <a:alphaModFix/>
          </a:blip>
          <a:srcRect/>
          <a:stretch/>
        </p:blipFill>
        <p:spPr>
          <a:xfrm rot="-5400000">
            <a:off x="-11074400" y="16459200"/>
            <a:ext cx="14274800" cy="3937000"/>
          </a:xfrm>
          <a:prstGeom prst="rect">
            <a:avLst/>
          </a:prstGeom>
          <a:noFill/>
          <a:ln>
            <a:noFill/>
          </a:ln>
        </p:spPr>
      </p:pic>
      <p:pic>
        <p:nvPicPr>
          <p:cNvPr id="16" name="Google Shape;16;p2"/>
          <p:cNvPicPr preferRelativeResize="0"/>
          <p:nvPr/>
        </p:nvPicPr>
        <p:blipFill rotWithShape="1">
          <a:blip r:embed="rId13">
            <a:alphaModFix/>
          </a:blip>
          <a:srcRect/>
          <a:stretch/>
        </p:blipFill>
        <p:spPr>
          <a:xfrm rot="5400000">
            <a:off x="40690800" y="16459200"/>
            <a:ext cx="14274800" cy="3937000"/>
          </a:xfrm>
          <a:prstGeom prst="rect">
            <a:avLst/>
          </a:prstGeom>
          <a:noFill/>
          <a:ln>
            <a:noFill/>
          </a:ln>
        </p:spPr>
      </p:pic>
      <p:pic>
        <p:nvPicPr>
          <p:cNvPr id="17" name="Google Shape;17;p2"/>
          <p:cNvPicPr preferRelativeResize="0"/>
          <p:nvPr/>
        </p:nvPicPr>
        <p:blipFill rotWithShape="1">
          <a:blip r:embed="rId14">
            <a:alphaModFix/>
          </a:blip>
          <a:srcRect/>
          <a:stretch/>
        </p:blipFill>
        <p:spPr>
          <a:xfrm>
            <a:off x="6946900" y="33426400"/>
            <a:ext cx="29997400" cy="1447800"/>
          </a:xfrm>
          <a:prstGeom prst="rect">
            <a:avLst/>
          </a:prstGeom>
          <a:noFill/>
          <a:ln>
            <a:noFill/>
          </a:ln>
        </p:spPr>
      </p:pic>
      <p:sp>
        <p:nvSpPr>
          <p:cNvPr id="18" name="Google Shape;18;p2"/>
          <p:cNvSpPr/>
          <p:nvPr/>
        </p:nvSpPr>
        <p:spPr>
          <a:xfrm>
            <a:off x="6946900" y="33997900"/>
            <a:ext cx="21945600" cy="12700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4560" b="0" i="0" u="none" strike="noStrike" cap="none">
                <a:solidFill>
                  <a:srgbClr val="808080"/>
                </a:solidFill>
                <a:latin typeface="Arial"/>
                <a:ea typeface="Arial"/>
                <a:cs typeface="Arial"/>
                <a:sym typeface="Arial"/>
              </a:rPr>
              <a:t>Template ID: concentrativechartreuse  Size: 48x36</a:t>
            </a:r>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2"/>
        <p:cNvGrpSpPr/>
        <p:nvPr/>
      </p:nvGrpSpPr>
      <p:grpSpPr>
        <a:xfrm>
          <a:off x="0" y="0"/>
          <a:ext cx="0" cy="0"/>
          <a:chOff x="0" y="0"/>
          <a:chExt cx="0" cy="0"/>
        </a:xfrm>
      </p:grpSpPr>
      <p:sp>
        <p:nvSpPr>
          <p:cNvPr id="93" name="Google Shape;93;p1"/>
          <p:cNvSpPr/>
          <p:nvPr/>
        </p:nvSpPr>
        <p:spPr>
          <a:xfrm>
            <a:off x="508000" y="0"/>
            <a:ext cx="42951400" cy="4631522"/>
          </a:xfrm>
          <a:prstGeom prst="rect">
            <a:avLst/>
          </a:prstGeom>
          <a:solidFill>
            <a:srgbClr val="FFC627"/>
          </a:solidFill>
          <a:ln w="38100" cap="flat" cmpd="sng">
            <a:solidFill>
              <a:srgbClr val="D3AED2"/>
            </a:solidFill>
            <a:prstDash val="solid"/>
            <a:miter lim="800000"/>
            <a:headEnd type="none" w="sm" len="sm"/>
            <a:tailEnd type="none" w="sm" len="sm"/>
          </a:ln>
        </p:spPr>
        <p:txBody>
          <a:bodyPr spcFirstLastPara="1" wrap="square" lIns="137150" tIns="68575" rIns="137150" bIns="68575" anchor="ctr" anchorCtr="0">
            <a:noAutofit/>
          </a:bodyPr>
          <a:lstStyle/>
          <a:p>
            <a:pPr marL="0" marR="0" lvl="0" indent="0" algn="ctr" rtl="0">
              <a:spcBef>
                <a:spcPts val="0"/>
              </a:spcBef>
              <a:spcAft>
                <a:spcPts val="0"/>
              </a:spcAft>
              <a:buNone/>
            </a:pPr>
            <a:r>
              <a:rPr lang="en-US" sz="8000" b="1" i="0" u="none" strike="noStrike" cap="none" dirty="0">
                <a:solidFill>
                  <a:schemeClr val="tx1"/>
                </a:solidFill>
                <a:latin typeface="Arial"/>
                <a:ea typeface="Arial"/>
                <a:cs typeface="Arial"/>
                <a:sym typeface="Arial"/>
              </a:rPr>
              <a:t>Optimizing Hybrid Travel Using Multi-Modal Routing</a:t>
            </a:r>
            <a:endParaRPr sz="8000" dirty="0">
              <a:solidFill>
                <a:schemeClr val="tx1"/>
              </a:solidFill>
            </a:endParaRPr>
          </a:p>
          <a:p>
            <a:pPr marL="0" marR="0" lvl="0" indent="0" algn="ctr" rtl="0">
              <a:spcBef>
                <a:spcPts val="0"/>
              </a:spcBef>
              <a:spcAft>
                <a:spcPts val="0"/>
              </a:spcAft>
              <a:buNone/>
            </a:pPr>
            <a:r>
              <a:rPr lang="en-US" sz="8000" b="1" i="0" u="none" strike="noStrike" cap="none" dirty="0">
                <a:solidFill>
                  <a:schemeClr val="tx1"/>
                </a:solidFill>
                <a:latin typeface="Arial"/>
                <a:ea typeface="Arial"/>
                <a:cs typeface="Arial"/>
                <a:sym typeface="Arial"/>
              </a:rPr>
              <a:t>Jordan Clifford, Dr. Grzegorz </a:t>
            </a:r>
            <a:r>
              <a:rPr lang="en-US" sz="8000" b="1" i="0" u="none" strike="noStrike" cap="none" dirty="0" err="1">
                <a:solidFill>
                  <a:schemeClr val="tx1"/>
                </a:solidFill>
                <a:latin typeface="Arial"/>
                <a:ea typeface="Arial"/>
                <a:cs typeface="Arial"/>
                <a:sym typeface="Arial"/>
              </a:rPr>
              <a:t>Chmaj</a:t>
            </a:r>
            <a:endParaRPr lang="en-US" sz="8000" b="1" i="0" u="none" strike="noStrike" cap="none" dirty="0">
              <a:solidFill>
                <a:schemeClr val="tx1"/>
              </a:solidFill>
              <a:latin typeface="Arial"/>
              <a:ea typeface="Arial"/>
              <a:cs typeface="Arial"/>
              <a:sym typeface="Arial"/>
            </a:endParaRPr>
          </a:p>
          <a:p>
            <a:pPr marL="0" marR="0" lvl="0" indent="0" algn="ctr" rtl="0">
              <a:spcBef>
                <a:spcPts val="0"/>
              </a:spcBef>
              <a:spcAft>
                <a:spcPts val="0"/>
              </a:spcAft>
              <a:buNone/>
            </a:pPr>
            <a:endParaRPr sz="8000" b="1" i="0" u="none" strike="noStrike" cap="none" dirty="0">
              <a:solidFill>
                <a:schemeClr val="tx1"/>
              </a:solidFill>
              <a:latin typeface="Arial"/>
              <a:ea typeface="Arial"/>
              <a:cs typeface="Arial"/>
              <a:sym typeface="Arial"/>
            </a:endParaRPr>
          </a:p>
        </p:txBody>
      </p:sp>
      <p:sp>
        <p:nvSpPr>
          <p:cNvPr id="94" name="Google Shape;94;p1"/>
          <p:cNvSpPr txBox="1"/>
          <p:nvPr/>
        </p:nvSpPr>
        <p:spPr>
          <a:xfrm>
            <a:off x="4343998" y="2304217"/>
            <a:ext cx="36576000" cy="2375009"/>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2"/>
              </a:buClr>
              <a:buSzPts val="5600"/>
              <a:buFont typeface="Arial"/>
              <a:buNone/>
            </a:pPr>
            <a:endParaRPr sz="4400" b="0" i="0" u="none" strike="noStrike" cap="none" dirty="0">
              <a:solidFill>
                <a:schemeClr val="tx1"/>
              </a:solidFill>
              <a:latin typeface="Domine"/>
              <a:ea typeface="Domine"/>
              <a:cs typeface="Domine"/>
              <a:sym typeface="Domine"/>
            </a:endParaRPr>
          </a:p>
          <a:p>
            <a:pPr marL="0" marR="0" lvl="0" indent="0" algn="ctr" rtl="0">
              <a:lnSpc>
                <a:spcPct val="100000"/>
              </a:lnSpc>
              <a:spcBef>
                <a:spcPts val="1120"/>
              </a:spcBef>
              <a:spcAft>
                <a:spcPts val="0"/>
              </a:spcAft>
              <a:buClr>
                <a:schemeClr val="lt1"/>
              </a:buClr>
              <a:buSzPts val="5600"/>
              <a:buFont typeface="Arial"/>
              <a:buNone/>
            </a:pPr>
            <a:r>
              <a:rPr lang="en-US" sz="4400" b="0" i="0" u="none" strike="noStrike" cap="none" dirty="0">
                <a:solidFill>
                  <a:schemeClr val="tx1"/>
                </a:solidFill>
                <a:latin typeface="Domine"/>
                <a:ea typeface="Domine"/>
                <a:cs typeface="Domine"/>
                <a:sym typeface="Domine"/>
              </a:rPr>
              <a:t>School of Computing and Artificial Intelligence at Arizona State University, </a:t>
            </a:r>
            <a:endParaRPr sz="1100" dirty="0">
              <a:solidFill>
                <a:schemeClr val="tx1"/>
              </a:solidFill>
            </a:endParaRPr>
          </a:p>
          <a:p>
            <a:pPr marL="0" marR="0" lvl="0" indent="0" algn="ctr" rtl="0">
              <a:lnSpc>
                <a:spcPct val="100000"/>
              </a:lnSpc>
              <a:spcBef>
                <a:spcPts val="1120"/>
              </a:spcBef>
              <a:spcAft>
                <a:spcPts val="0"/>
              </a:spcAft>
              <a:buClr>
                <a:schemeClr val="lt1"/>
              </a:buClr>
              <a:buSzPts val="5600"/>
              <a:buFont typeface="Arial"/>
              <a:buNone/>
            </a:pPr>
            <a:r>
              <a:rPr lang="en-US" sz="4400" b="0" i="0" u="none" strike="noStrike" cap="none" dirty="0">
                <a:solidFill>
                  <a:schemeClr val="tx1"/>
                </a:solidFill>
                <a:latin typeface="Domine"/>
                <a:ea typeface="Domine"/>
                <a:cs typeface="Domine"/>
                <a:sym typeface="Domine"/>
              </a:rPr>
              <a:t>Smart Cities at University of Nevada, Las Vegas</a:t>
            </a:r>
            <a:endParaRPr sz="1100" dirty="0">
              <a:solidFill>
                <a:schemeClr val="tx1"/>
              </a:solidFill>
            </a:endParaRPr>
          </a:p>
        </p:txBody>
      </p:sp>
      <p:sp>
        <p:nvSpPr>
          <p:cNvPr id="95" name="Google Shape;95;p1"/>
          <p:cNvSpPr txBox="1"/>
          <p:nvPr/>
        </p:nvSpPr>
        <p:spPr>
          <a:xfrm>
            <a:off x="508000" y="6091703"/>
            <a:ext cx="9669862" cy="549377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900" b="0" i="0" u="none" strike="noStrike" cap="none" dirty="0">
                <a:solidFill>
                  <a:schemeClr val="dk1"/>
                </a:solidFill>
                <a:latin typeface="Arial"/>
                <a:ea typeface="Arial"/>
                <a:cs typeface="Arial"/>
                <a:sym typeface="Arial"/>
              </a:rPr>
              <a:t>This project presents a data-driven approach to optimizing urban travel through multiple transportation modes of driving, transit, bicycling, and walking. Using real-world data from the dense city of Seattle, the model incorporates travel time, distance, and estimated carbon emissions to recommend an efficient and sustainable travel choice [4].</a:t>
            </a:r>
            <a:endParaRPr sz="3900" b="0" i="0" u="none" strike="noStrike" cap="none" dirty="0">
              <a:solidFill>
                <a:schemeClr val="dk1"/>
              </a:solidFill>
              <a:latin typeface="Domine"/>
              <a:ea typeface="Domine"/>
              <a:cs typeface="Domine"/>
              <a:sym typeface="Domine"/>
            </a:endParaRPr>
          </a:p>
        </p:txBody>
      </p:sp>
      <p:sp>
        <p:nvSpPr>
          <p:cNvPr id="101" name="Google Shape;101;p1"/>
          <p:cNvSpPr/>
          <p:nvPr/>
        </p:nvSpPr>
        <p:spPr>
          <a:xfrm>
            <a:off x="508000" y="5161674"/>
            <a:ext cx="9669862" cy="780816"/>
          </a:xfrm>
          <a:prstGeom prst="rect">
            <a:avLst/>
          </a:prstGeom>
          <a:solidFill>
            <a:srgbClr val="8C1D40"/>
          </a:solidFill>
          <a:ln>
            <a:noFill/>
          </a:ln>
        </p:spPr>
        <p:txBody>
          <a:bodyPr spcFirstLastPara="1" wrap="square" lIns="274300" tIns="73150" rIns="274300" bIns="68550" anchor="ctr" anchorCtr="0">
            <a:noAutofit/>
          </a:bodyPr>
          <a:lstStyle/>
          <a:p>
            <a:pPr marL="0" marR="0" lvl="0" indent="0" algn="ctr" rtl="0">
              <a:spcBef>
                <a:spcPts val="0"/>
              </a:spcBef>
              <a:spcAft>
                <a:spcPts val="0"/>
              </a:spcAft>
              <a:buNone/>
            </a:pPr>
            <a:r>
              <a:rPr lang="en-US" sz="4400" b="1" i="0" u="none" strike="noStrike" cap="none" dirty="0">
                <a:solidFill>
                  <a:schemeClr val="lt1"/>
                </a:solidFill>
                <a:latin typeface="Montserrat SemiBold"/>
                <a:ea typeface="Montserrat SemiBold"/>
                <a:cs typeface="Montserrat SemiBold"/>
                <a:sym typeface="Montserrat SemiBold"/>
              </a:rPr>
              <a:t>Abstract</a:t>
            </a:r>
            <a:endParaRPr sz="4400" dirty="0"/>
          </a:p>
        </p:txBody>
      </p:sp>
      <p:sp>
        <p:nvSpPr>
          <p:cNvPr id="102" name="Google Shape;102;p1"/>
          <p:cNvSpPr/>
          <p:nvPr/>
        </p:nvSpPr>
        <p:spPr>
          <a:xfrm>
            <a:off x="11180082" y="5161674"/>
            <a:ext cx="9779597" cy="780816"/>
          </a:xfrm>
          <a:prstGeom prst="rect">
            <a:avLst/>
          </a:prstGeom>
          <a:solidFill>
            <a:srgbClr val="8C1D40"/>
          </a:solidFill>
          <a:ln>
            <a:noFill/>
          </a:ln>
        </p:spPr>
        <p:txBody>
          <a:bodyPr spcFirstLastPara="1" wrap="square" lIns="274300" tIns="73150" rIns="274300" bIns="68550" anchor="ctr" anchorCtr="0">
            <a:noAutofit/>
          </a:bodyPr>
          <a:lstStyle/>
          <a:p>
            <a:pPr marL="0" marR="0" lvl="0" indent="0" algn="ctr" rtl="0">
              <a:spcBef>
                <a:spcPts val="0"/>
              </a:spcBef>
              <a:spcAft>
                <a:spcPts val="0"/>
              </a:spcAft>
              <a:buNone/>
            </a:pPr>
            <a:r>
              <a:rPr lang="en-US" sz="4400" b="1" i="0" u="none" strike="noStrike" cap="none" dirty="0">
                <a:solidFill>
                  <a:schemeClr val="lt1"/>
                </a:solidFill>
                <a:latin typeface="Montserrat SemiBold"/>
                <a:ea typeface="Montserrat SemiBold"/>
                <a:cs typeface="Montserrat SemiBold"/>
                <a:sym typeface="Montserrat SemiBold"/>
              </a:rPr>
              <a:t>Implementation</a:t>
            </a:r>
            <a:endParaRPr sz="4400" dirty="0"/>
          </a:p>
        </p:txBody>
      </p:sp>
      <p:sp>
        <p:nvSpPr>
          <p:cNvPr id="104" name="Google Shape;104;p1"/>
          <p:cNvSpPr/>
          <p:nvPr/>
        </p:nvSpPr>
        <p:spPr>
          <a:xfrm>
            <a:off x="508000" y="11625581"/>
            <a:ext cx="9666686" cy="763466"/>
          </a:xfrm>
          <a:prstGeom prst="rect">
            <a:avLst/>
          </a:prstGeom>
          <a:solidFill>
            <a:srgbClr val="8C1D40"/>
          </a:solidFill>
          <a:ln>
            <a:noFill/>
          </a:ln>
        </p:spPr>
        <p:txBody>
          <a:bodyPr spcFirstLastPara="1" wrap="square" lIns="274300" tIns="73150" rIns="274300" bIns="68550" anchor="ctr" anchorCtr="0">
            <a:noAutofit/>
          </a:bodyPr>
          <a:lstStyle/>
          <a:p>
            <a:pPr marL="0" marR="0" lvl="0" indent="0" algn="ctr" rtl="0">
              <a:spcBef>
                <a:spcPts val="0"/>
              </a:spcBef>
              <a:spcAft>
                <a:spcPts val="0"/>
              </a:spcAft>
              <a:buNone/>
            </a:pPr>
            <a:r>
              <a:rPr lang="en-US" sz="4400" b="1" i="0" u="none" strike="noStrike" cap="none" dirty="0">
                <a:solidFill>
                  <a:schemeClr val="lt1"/>
                </a:solidFill>
                <a:latin typeface="Montserrat SemiBold"/>
                <a:ea typeface="Montserrat SemiBold"/>
                <a:cs typeface="Montserrat SemiBold"/>
                <a:sym typeface="Montserrat SemiBold"/>
              </a:rPr>
              <a:t>Objective</a:t>
            </a:r>
            <a:endParaRPr sz="4400" dirty="0"/>
          </a:p>
        </p:txBody>
      </p:sp>
      <p:pic>
        <p:nvPicPr>
          <p:cNvPr id="106" name="Google Shape;106;p1" descr="UNLV Rebels News - College Football | FOX Sports"/>
          <p:cNvPicPr preferRelativeResize="0"/>
          <p:nvPr/>
        </p:nvPicPr>
        <p:blipFill rotWithShape="1">
          <a:blip r:embed="rId3">
            <a:alphaModFix/>
          </a:blip>
          <a:srcRect/>
          <a:stretch/>
        </p:blipFill>
        <p:spPr>
          <a:xfrm>
            <a:off x="36293763" y="-143331"/>
            <a:ext cx="4895096" cy="4895096"/>
          </a:xfrm>
          <a:prstGeom prst="rect">
            <a:avLst/>
          </a:prstGeom>
          <a:noFill/>
          <a:ln>
            <a:noFill/>
          </a:ln>
        </p:spPr>
      </p:pic>
      <p:pic>
        <p:nvPicPr>
          <p:cNvPr id="109" name="Google Shape;109;p1" title="asu_logo.png"/>
          <p:cNvPicPr preferRelativeResize="0"/>
          <p:nvPr/>
        </p:nvPicPr>
        <p:blipFill>
          <a:blip r:embed="rId4">
            <a:alphaModFix/>
          </a:blip>
          <a:stretch>
            <a:fillRect/>
          </a:stretch>
        </p:blipFill>
        <p:spPr>
          <a:xfrm>
            <a:off x="2280607" y="1078310"/>
            <a:ext cx="6255619" cy="2442405"/>
          </a:xfrm>
          <a:prstGeom prst="rect">
            <a:avLst/>
          </a:prstGeom>
          <a:noFill/>
          <a:ln>
            <a:noFill/>
          </a:ln>
        </p:spPr>
      </p:pic>
      <p:sp>
        <p:nvSpPr>
          <p:cNvPr id="7" name="TextBox 6">
            <a:extLst>
              <a:ext uri="{FF2B5EF4-FFF2-40B4-BE49-F238E27FC236}">
                <a16:creationId xmlns:a16="http://schemas.microsoft.com/office/drawing/2014/main" id="{EB9E0A44-8173-5D92-7E3A-7327C191C07D}"/>
              </a:ext>
            </a:extLst>
          </p:cNvPr>
          <p:cNvSpPr txBox="1"/>
          <p:nvPr/>
        </p:nvSpPr>
        <p:spPr>
          <a:xfrm>
            <a:off x="504825" y="12492592"/>
            <a:ext cx="9601200" cy="4893647"/>
          </a:xfrm>
          <a:prstGeom prst="rect">
            <a:avLst/>
          </a:prstGeom>
          <a:noFill/>
        </p:spPr>
        <p:txBody>
          <a:bodyPr wrap="square" rtlCol="0">
            <a:spAutoFit/>
          </a:bodyPr>
          <a:lstStyle/>
          <a:p>
            <a:pPr marL="571500" indent="-571500">
              <a:buFont typeface="Arial" panose="020B0604020202020204" pitchFamily="34" charset="0"/>
              <a:buChar char="•"/>
            </a:pPr>
            <a:r>
              <a:rPr lang="en-US" sz="3900" dirty="0"/>
              <a:t>Train machine learning models using real-world data from Seattle Routes.</a:t>
            </a:r>
          </a:p>
          <a:p>
            <a:pPr marL="571500" indent="-571500">
              <a:buFont typeface="Arial" panose="020B0604020202020204" pitchFamily="34" charset="0"/>
              <a:buChar char="•"/>
            </a:pPr>
            <a:r>
              <a:rPr lang="en-US" sz="3900" dirty="0"/>
              <a:t>Predict behavior across modes: driving, transit, bicycling, walking.</a:t>
            </a:r>
          </a:p>
          <a:p>
            <a:pPr marL="571500" indent="-571500">
              <a:buFont typeface="Arial" panose="020B0604020202020204" pitchFamily="34" charset="0"/>
              <a:buChar char="•"/>
            </a:pPr>
            <a:r>
              <a:rPr lang="en-US" sz="3900" dirty="0"/>
              <a:t>Optimize travel decisions by combining travel time and emissions via a scoring formula [1][2].</a:t>
            </a:r>
          </a:p>
          <a:p>
            <a:pPr marL="571500" indent="-571500">
              <a:buFont typeface="Arial" panose="020B0604020202020204" pitchFamily="34" charset="0"/>
              <a:buChar char="•"/>
            </a:pPr>
            <a:endParaRPr lang="en-US" sz="3900" dirty="0"/>
          </a:p>
        </p:txBody>
      </p:sp>
      <p:pic>
        <p:nvPicPr>
          <p:cNvPr id="11" name="Graphic 10">
            <a:extLst>
              <a:ext uri="{FF2B5EF4-FFF2-40B4-BE49-F238E27FC236}">
                <a16:creationId xmlns:a16="http://schemas.microsoft.com/office/drawing/2014/main" id="{B6B2E2DC-0F83-50D7-4BC8-ED4110EC4AE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31800" y="17657258"/>
            <a:ext cx="9742886" cy="1156508"/>
          </a:xfrm>
          <a:prstGeom prst="rect">
            <a:avLst/>
          </a:prstGeom>
        </p:spPr>
      </p:pic>
      <p:sp>
        <p:nvSpPr>
          <p:cNvPr id="14" name="TextBox 13">
            <a:extLst>
              <a:ext uri="{FF2B5EF4-FFF2-40B4-BE49-F238E27FC236}">
                <a16:creationId xmlns:a16="http://schemas.microsoft.com/office/drawing/2014/main" id="{1EC40A7A-CD54-3A54-81D2-2FDB20BEBB7C}"/>
              </a:ext>
            </a:extLst>
          </p:cNvPr>
          <p:cNvSpPr txBox="1"/>
          <p:nvPr/>
        </p:nvSpPr>
        <p:spPr>
          <a:xfrm>
            <a:off x="573486" y="18939149"/>
            <a:ext cx="9601200" cy="4893647"/>
          </a:xfrm>
          <a:prstGeom prst="rect">
            <a:avLst/>
          </a:prstGeom>
          <a:noFill/>
        </p:spPr>
        <p:txBody>
          <a:bodyPr wrap="square" rtlCol="0">
            <a:spAutoFit/>
          </a:bodyPr>
          <a:lstStyle/>
          <a:p>
            <a:r>
              <a:rPr lang="en-US" sz="3900" dirty="0">
                <a:solidFill>
                  <a:schemeClr val="tx1"/>
                </a:solidFill>
                <a:latin typeface="+mj-lt"/>
              </a:rPr>
              <a:t>𝑡 : Actual travel time (in seconds)</a:t>
            </a:r>
            <a:br>
              <a:rPr lang="en-US" sz="3900" dirty="0">
                <a:solidFill>
                  <a:schemeClr val="tx1"/>
                </a:solidFill>
                <a:latin typeface="+mj-lt"/>
              </a:rPr>
            </a:br>
            <a:r>
              <a:rPr lang="en-US" sz="3900" dirty="0">
                <a:solidFill>
                  <a:schemeClr val="tx1"/>
                </a:solidFill>
                <a:latin typeface="+mj-lt"/>
              </a:rPr>
              <a:t>𝑇 : Maximum acceptable travel time (threshold)</a:t>
            </a:r>
            <a:br>
              <a:rPr lang="en-US" sz="3900" dirty="0">
                <a:solidFill>
                  <a:schemeClr val="tx1"/>
                </a:solidFill>
                <a:latin typeface="+mj-lt"/>
              </a:rPr>
            </a:br>
            <a:r>
              <a:rPr lang="en-US" sz="3900" dirty="0">
                <a:solidFill>
                  <a:schemeClr val="tx1"/>
                </a:solidFill>
                <a:latin typeface="+mj-lt"/>
              </a:rPr>
              <a:t>𝑒 : Actual emissions (grams of CO₂)</a:t>
            </a:r>
            <a:br>
              <a:rPr lang="en-US" sz="3900" dirty="0">
                <a:solidFill>
                  <a:schemeClr val="tx1"/>
                </a:solidFill>
                <a:latin typeface="+mj-lt"/>
              </a:rPr>
            </a:br>
            <a:r>
              <a:rPr lang="en-US" sz="3900" dirty="0">
                <a:solidFill>
                  <a:schemeClr val="tx1"/>
                </a:solidFill>
                <a:latin typeface="+mj-lt"/>
              </a:rPr>
              <a:t>𝐸 : Maximum acceptable emissions (threshold)</a:t>
            </a:r>
            <a:br>
              <a:rPr lang="en-US" sz="3900" dirty="0">
                <a:solidFill>
                  <a:schemeClr val="tx1"/>
                </a:solidFill>
                <a:latin typeface="+mj-lt"/>
              </a:rPr>
            </a:br>
            <a:r>
              <a:rPr lang="en-US" sz="3900" dirty="0">
                <a:solidFill>
                  <a:schemeClr val="tx1"/>
                </a:solidFill>
                <a:latin typeface="+mj-lt"/>
              </a:rPr>
              <a:t>𝑢, </a:t>
            </a:r>
            <a:r>
              <a:rPr lang="en-US" sz="3900" dirty="0">
                <a:solidFill>
                  <a:schemeClr val="tx1"/>
                </a:solidFill>
              </a:rPr>
              <a:t>𝑣</a:t>
            </a:r>
            <a:r>
              <a:rPr lang="en-US" sz="3900" dirty="0">
                <a:solidFill>
                  <a:schemeClr val="tx1"/>
                </a:solidFill>
                <a:latin typeface="+mj-lt"/>
              </a:rPr>
              <a:t> : Weights for time and emissions</a:t>
            </a:r>
            <a:br>
              <a:rPr lang="en-US" sz="3900" dirty="0">
                <a:solidFill>
                  <a:schemeClr val="tx1"/>
                </a:solidFill>
                <a:latin typeface="+mj-lt"/>
              </a:rPr>
            </a:br>
            <a:r>
              <a:rPr lang="el-GR" sz="3900" i="1" dirty="0">
                <a:solidFill>
                  <a:schemeClr val="tx1"/>
                </a:solidFill>
                <a:latin typeface="+mj-lt"/>
              </a:rPr>
              <a:t>α</a:t>
            </a:r>
            <a:r>
              <a:rPr lang="en-US" sz="3900" i="1" dirty="0">
                <a:solidFill>
                  <a:schemeClr val="tx1"/>
                </a:solidFill>
                <a:latin typeface="+mj-lt"/>
              </a:rPr>
              <a:t>,</a:t>
            </a:r>
            <a:r>
              <a:rPr lang="el-GR" sz="3900" i="1" dirty="0">
                <a:solidFill>
                  <a:schemeClr val="tx1"/>
                </a:solidFill>
                <a:latin typeface="+mj-lt"/>
              </a:rPr>
              <a:t> β</a:t>
            </a:r>
            <a:r>
              <a:rPr lang="en-US" sz="3900" dirty="0">
                <a:solidFill>
                  <a:schemeClr val="tx1"/>
                </a:solidFill>
                <a:latin typeface="+mj-lt"/>
              </a:rPr>
              <a:t>: Penalties for exceeding thresholds.</a:t>
            </a:r>
          </a:p>
        </p:txBody>
      </p:sp>
      <p:sp>
        <p:nvSpPr>
          <p:cNvPr id="15" name="Google Shape;104;p1">
            <a:extLst>
              <a:ext uri="{FF2B5EF4-FFF2-40B4-BE49-F238E27FC236}">
                <a16:creationId xmlns:a16="http://schemas.microsoft.com/office/drawing/2014/main" id="{D176FA1B-1816-E0ED-7A8E-156647B91708}"/>
              </a:ext>
            </a:extLst>
          </p:cNvPr>
          <p:cNvSpPr/>
          <p:nvPr/>
        </p:nvSpPr>
        <p:spPr>
          <a:xfrm>
            <a:off x="431800" y="16853685"/>
            <a:ext cx="9742886" cy="726646"/>
          </a:xfrm>
          <a:prstGeom prst="rect">
            <a:avLst/>
          </a:prstGeom>
          <a:solidFill>
            <a:srgbClr val="8C1D40"/>
          </a:solidFill>
          <a:ln>
            <a:noFill/>
          </a:ln>
        </p:spPr>
        <p:txBody>
          <a:bodyPr spcFirstLastPara="1" wrap="square" lIns="274300" tIns="73150" rIns="274300" bIns="68550" anchor="ctr" anchorCtr="0">
            <a:noAutofit/>
          </a:bodyPr>
          <a:lstStyle/>
          <a:p>
            <a:pPr marL="0" marR="0" lvl="0" indent="0" algn="ctr" rtl="0">
              <a:spcBef>
                <a:spcPts val="0"/>
              </a:spcBef>
              <a:spcAft>
                <a:spcPts val="0"/>
              </a:spcAft>
              <a:buNone/>
            </a:pPr>
            <a:r>
              <a:rPr lang="en-US" sz="4400" b="1" i="0" u="none" strike="noStrike" cap="none" dirty="0">
                <a:solidFill>
                  <a:schemeClr val="lt1"/>
                </a:solidFill>
                <a:latin typeface="Montserrat SemiBold"/>
                <a:ea typeface="Montserrat SemiBold"/>
                <a:cs typeface="Montserrat SemiBold"/>
                <a:sym typeface="Montserrat SemiBold"/>
              </a:rPr>
              <a:t>Formula</a:t>
            </a:r>
          </a:p>
        </p:txBody>
      </p:sp>
      <p:pic>
        <p:nvPicPr>
          <p:cNvPr id="1026" name="Picture 2">
            <a:extLst>
              <a:ext uri="{FF2B5EF4-FFF2-40B4-BE49-F238E27FC236}">
                <a16:creationId xmlns:a16="http://schemas.microsoft.com/office/drawing/2014/main" id="{8E9A7CFF-9213-A4A2-FF99-87554EF3B63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259727" y="29999900"/>
            <a:ext cx="2250473" cy="226151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06923D7-323E-F1F1-6D52-FC098A6C9C3D}"/>
              </a:ext>
            </a:extLst>
          </p:cNvPr>
          <p:cNvSpPr txBox="1"/>
          <p:nvPr/>
        </p:nvSpPr>
        <p:spPr>
          <a:xfrm>
            <a:off x="34023222" y="30184245"/>
            <a:ext cx="5207000" cy="1892826"/>
          </a:xfrm>
          <a:prstGeom prst="rect">
            <a:avLst/>
          </a:prstGeom>
          <a:noFill/>
        </p:spPr>
        <p:txBody>
          <a:bodyPr wrap="square" rtlCol="0">
            <a:spAutoFit/>
          </a:bodyPr>
          <a:lstStyle/>
          <a:p>
            <a:r>
              <a:rPr lang="en-US" sz="3900" dirty="0"/>
              <a:t>Dr. Brendan Morris</a:t>
            </a:r>
          </a:p>
          <a:p>
            <a:r>
              <a:rPr lang="en-US" sz="3900" dirty="0"/>
              <a:t>Dr. Grzegorz </a:t>
            </a:r>
            <a:r>
              <a:rPr lang="en-US" sz="3900" dirty="0" err="1"/>
              <a:t>Chmaj</a:t>
            </a:r>
            <a:endParaRPr lang="en-US" sz="3900" dirty="0"/>
          </a:p>
          <a:p>
            <a:r>
              <a:rPr lang="en-US" sz="3900" dirty="0"/>
              <a:t>NSF #2349616</a:t>
            </a:r>
          </a:p>
        </p:txBody>
      </p:sp>
      <p:sp>
        <p:nvSpPr>
          <p:cNvPr id="8" name="Google Shape;104;p1">
            <a:extLst>
              <a:ext uri="{FF2B5EF4-FFF2-40B4-BE49-F238E27FC236}">
                <a16:creationId xmlns:a16="http://schemas.microsoft.com/office/drawing/2014/main" id="{FF36F71C-3CF8-633A-180A-DBE29C1D1683}"/>
              </a:ext>
            </a:extLst>
          </p:cNvPr>
          <p:cNvSpPr/>
          <p:nvPr/>
        </p:nvSpPr>
        <p:spPr>
          <a:xfrm>
            <a:off x="34023222" y="29170621"/>
            <a:ext cx="9486978" cy="763466"/>
          </a:xfrm>
          <a:prstGeom prst="rect">
            <a:avLst/>
          </a:prstGeom>
          <a:solidFill>
            <a:srgbClr val="8C1D40"/>
          </a:solidFill>
          <a:ln>
            <a:noFill/>
          </a:ln>
        </p:spPr>
        <p:txBody>
          <a:bodyPr spcFirstLastPara="1" wrap="square" lIns="274300" tIns="73150" rIns="274300" bIns="68550" anchor="ctr" anchorCtr="0">
            <a:noAutofit/>
          </a:bodyPr>
          <a:lstStyle/>
          <a:p>
            <a:pPr marL="0" marR="0" lvl="0" indent="0" algn="ctr" rtl="0">
              <a:spcBef>
                <a:spcPts val="0"/>
              </a:spcBef>
              <a:spcAft>
                <a:spcPts val="0"/>
              </a:spcAft>
              <a:buNone/>
            </a:pPr>
            <a:r>
              <a:rPr lang="en-US" sz="4400" b="1" i="0" u="none" strike="noStrike" cap="none" dirty="0">
                <a:solidFill>
                  <a:schemeClr val="lt1"/>
                </a:solidFill>
                <a:latin typeface="Montserrat SemiBold"/>
                <a:ea typeface="Montserrat SemiBold"/>
                <a:cs typeface="Montserrat SemiBold"/>
                <a:sym typeface="Montserrat SemiBold"/>
              </a:rPr>
              <a:t>Acknowledgements</a:t>
            </a:r>
            <a:endParaRPr sz="4400" dirty="0"/>
          </a:p>
        </p:txBody>
      </p:sp>
      <p:sp>
        <p:nvSpPr>
          <p:cNvPr id="10" name="Google Shape;104;p1">
            <a:extLst>
              <a:ext uri="{FF2B5EF4-FFF2-40B4-BE49-F238E27FC236}">
                <a16:creationId xmlns:a16="http://schemas.microsoft.com/office/drawing/2014/main" id="{D9C7CF36-02AC-7F69-77C1-C77B83B6BF36}"/>
              </a:ext>
            </a:extLst>
          </p:cNvPr>
          <p:cNvSpPr/>
          <p:nvPr/>
        </p:nvSpPr>
        <p:spPr>
          <a:xfrm>
            <a:off x="34023224" y="5161674"/>
            <a:ext cx="9486977" cy="810956"/>
          </a:xfrm>
          <a:prstGeom prst="rect">
            <a:avLst/>
          </a:prstGeom>
          <a:solidFill>
            <a:srgbClr val="8C1D40"/>
          </a:solidFill>
          <a:ln>
            <a:noFill/>
          </a:ln>
        </p:spPr>
        <p:txBody>
          <a:bodyPr spcFirstLastPara="1" wrap="square" lIns="274300" tIns="73150" rIns="274300" bIns="68550" anchor="ctr" anchorCtr="0">
            <a:noAutofit/>
          </a:bodyPr>
          <a:lstStyle/>
          <a:p>
            <a:pPr marL="0" marR="0" lvl="0" indent="0" algn="ctr" rtl="0">
              <a:spcBef>
                <a:spcPts val="0"/>
              </a:spcBef>
              <a:spcAft>
                <a:spcPts val="0"/>
              </a:spcAft>
              <a:buNone/>
            </a:pPr>
            <a:r>
              <a:rPr lang="en-US" sz="4400" b="1" i="0" u="none" strike="noStrike" cap="none" dirty="0">
                <a:solidFill>
                  <a:schemeClr val="lt1"/>
                </a:solidFill>
                <a:latin typeface="Montserrat SemiBold"/>
                <a:ea typeface="Montserrat SemiBold"/>
                <a:cs typeface="Montserrat SemiBold"/>
                <a:sym typeface="Montserrat SemiBold"/>
              </a:rPr>
              <a:t>Results</a:t>
            </a:r>
            <a:endParaRPr sz="4400" dirty="0"/>
          </a:p>
        </p:txBody>
      </p:sp>
      <p:sp>
        <p:nvSpPr>
          <p:cNvPr id="12" name="Google Shape;104;p1">
            <a:extLst>
              <a:ext uri="{FF2B5EF4-FFF2-40B4-BE49-F238E27FC236}">
                <a16:creationId xmlns:a16="http://schemas.microsoft.com/office/drawing/2014/main" id="{1F2EEF48-CE3B-D533-0E32-5CA981A94155}"/>
              </a:ext>
            </a:extLst>
          </p:cNvPr>
          <p:cNvSpPr/>
          <p:nvPr/>
        </p:nvSpPr>
        <p:spPr>
          <a:xfrm>
            <a:off x="23106968" y="21631588"/>
            <a:ext cx="9599910" cy="822646"/>
          </a:xfrm>
          <a:prstGeom prst="rect">
            <a:avLst/>
          </a:prstGeom>
          <a:solidFill>
            <a:srgbClr val="8C1D40"/>
          </a:solidFill>
          <a:ln>
            <a:noFill/>
          </a:ln>
        </p:spPr>
        <p:txBody>
          <a:bodyPr spcFirstLastPara="1" wrap="square" lIns="274300" tIns="73150" rIns="274300" bIns="68550" anchor="ctr" anchorCtr="0">
            <a:noAutofit/>
          </a:bodyPr>
          <a:lstStyle/>
          <a:p>
            <a:pPr marL="0" marR="0" lvl="0" indent="0" algn="ctr" rtl="0">
              <a:spcBef>
                <a:spcPts val="0"/>
              </a:spcBef>
              <a:spcAft>
                <a:spcPts val="0"/>
              </a:spcAft>
              <a:buNone/>
            </a:pPr>
            <a:r>
              <a:rPr lang="en-US" sz="4400" b="1" dirty="0">
                <a:solidFill>
                  <a:schemeClr val="lt1"/>
                </a:solidFill>
                <a:latin typeface="Montserrat SemiBold"/>
                <a:sym typeface="Montserrat SemiBold"/>
              </a:rPr>
              <a:t>References</a:t>
            </a:r>
            <a:endParaRPr sz="4400" dirty="0"/>
          </a:p>
        </p:txBody>
      </p:sp>
      <p:sp>
        <p:nvSpPr>
          <p:cNvPr id="17" name="TextBox 16">
            <a:extLst>
              <a:ext uri="{FF2B5EF4-FFF2-40B4-BE49-F238E27FC236}">
                <a16:creationId xmlns:a16="http://schemas.microsoft.com/office/drawing/2014/main" id="{AEDA2708-2106-F2D5-298C-C9CB5E8740D5}"/>
              </a:ext>
            </a:extLst>
          </p:cNvPr>
          <p:cNvSpPr txBox="1"/>
          <p:nvPr/>
        </p:nvSpPr>
        <p:spPr>
          <a:xfrm>
            <a:off x="11171229" y="5905133"/>
            <a:ext cx="9751942" cy="12695783"/>
          </a:xfrm>
          <a:prstGeom prst="rect">
            <a:avLst/>
          </a:prstGeom>
          <a:noFill/>
        </p:spPr>
        <p:txBody>
          <a:bodyPr wrap="square" rtlCol="0">
            <a:spAutoFit/>
          </a:bodyPr>
          <a:lstStyle/>
          <a:p>
            <a:pPr marL="742950" indent="-742950">
              <a:buFont typeface="+mj-lt"/>
              <a:buAutoNum type="arabicPeriod"/>
            </a:pPr>
            <a:r>
              <a:rPr lang="en-US" sz="3900" dirty="0"/>
              <a:t>Data Collection : Collected over Seattle-based travel routes across multiple modes, simulated from a whole week of travel from 6 am to 10 pm, collected with Google Maps API [4].</a:t>
            </a:r>
          </a:p>
          <a:p>
            <a:pPr marL="742950" indent="-742950">
              <a:buFont typeface="+mj-lt"/>
              <a:buAutoNum type="arabicPeriod"/>
            </a:pPr>
            <a:r>
              <a:rPr lang="en-US" sz="3900" dirty="0"/>
              <a:t>Feature Extraction : Parsed data to extract key variables: travel time, distances, transport mode, estimated emissions.</a:t>
            </a:r>
          </a:p>
          <a:p>
            <a:pPr marL="742950" indent="-742950">
              <a:buFont typeface="+mj-lt"/>
              <a:buAutoNum type="arabicPeriod"/>
            </a:pPr>
            <a:r>
              <a:rPr lang="en-US" sz="3900" dirty="0"/>
              <a:t>Model Training : Trained regression (Random Forest) and reinforcement (Q-learning) model to predict travel duration and </a:t>
            </a:r>
            <a:r>
              <a:rPr lang="en-US" sz="3900"/>
              <a:t>mode recommendation  based </a:t>
            </a:r>
            <a:r>
              <a:rPr lang="en-US" sz="3900" dirty="0"/>
              <a:t>on extracted features [2][3].</a:t>
            </a:r>
          </a:p>
          <a:p>
            <a:pPr marL="742950" indent="-742950">
              <a:buFont typeface="+mj-lt"/>
              <a:buAutoNum type="arabicPeriod"/>
            </a:pPr>
            <a:r>
              <a:rPr lang="en-US" sz="3900" dirty="0"/>
              <a:t>Prediction : Applied model to new routes to estimate travel time across modes.</a:t>
            </a:r>
          </a:p>
          <a:p>
            <a:pPr marL="742950" indent="-742950">
              <a:buFont typeface="+mj-lt"/>
              <a:buAutoNum type="arabicPeriod"/>
            </a:pPr>
            <a:r>
              <a:rPr lang="en-US" sz="3900" dirty="0"/>
              <a:t>Score Computation : Designed scoring function to balance predicted time and emissions, selecting the lowest scored route.</a:t>
            </a:r>
          </a:p>
        </p:txBody>
      </p:sp>
      <p:sp>
        <p:nvSpPr>
          <p:cNvPr id="13" name="Google Shape;102;p1">
            <a:extLst>
              <a:ext uri="{FF2B5EF4-FFF2-40B4-BE49-F238E27FC236}">
                <a16:creationId xmlns:a16="http://schemas.microsoft.com/office/drawing/2014/main" id="{78919C7E-8867-75AD-952D-5D168B9F5EE6}"/>
              </a:ext>
            </a:extLst>
          </p:cNvPr>
          <p:cNvSpPr/>
          <p:nvPr/>
        </p:nvSpPr>
        <p:spPr>
          <a:xfrm>
            <a:off x="11007166" y="18428672"/>
            <a:ext cx="9779597" cy="780816"/>
          </a:xfrm>
          <a:prstGeom prst="rect">
            <a:avLst/>
          </a:prstGeom>
          <a:solidFill>
            <a:srgbClr val="8C1D40"/>
          </a:solidFill>
          <a:ln>
            <a:noFill/>
          </a:ln>
        </p:spPr>
        <p:txBody>
          <a:bodyPr spcFirstLastPara="1" wrap="square" lIns="274300" tIns="73150" rIns="274300" bIns="68550" anchor="ctr" anchorCtr="0">
            <a:noAutofit/>
          </a:bodyPr>
          <a:lstStyle/>
          <a:p>
            <a:pPr marL="0" marR="0" lvl="0" indent="0" algn="ctr" rtl="0">
              <a:spcBef>
                <a:spcPts val="0"/>
              </a:spcBef>
              <a:spcAft>
                <a:spcPts val="0"/>
              </a:spcAft>
              <a:buNone/>
            </a:pPr>
            <a:r>
              <a:rPr lang="en-US" sz="4400" b="1" i="0" u="none" strike="noStrike" cap="none" dirty="0">
                <a:solidFill>
                  <a:schemeClr val="lt1"/>
                </a:solidFill>
                <a:latin typeface="Montserrat SemiBold"/>
                <a:ea typeface="Montserrat SemiBold"/>
                <a:cs typeface="Montserrat SemiBold"/>
                <a:sym typeface="Montserrat SemiBold"/>
              </a:rPr>
              <a:t>Data</a:t>
            </a:r>
            <a:endParaRPr sz="4400" dirty="0"/>
          </a:p>
        </p:txBody>
      </p:sp>
      <p:sp>
        <p:nvSpPr>
          <p:cNvPr id="19" name="Google Shape;102;p1">
            <a:extLst>
              <a:ext uri="{FF2B5EF4-FFF2-40B4-BE49-F238E27FC236}">
                <a16:creationId xmlns:a16="http://schemas.microsoft.com/office/drawing/2014/main" id="{5208165F-1F3D-C986-77A5-A0DB427EBD95}"/>
              </a:ext>
            </a:extLst>
          </p:cNvPr>
          <p:cNvSpPr/>
          <p:nvPr/>
        </p:nvSpPr>
        <p:spPr>
          <a:xfrm>
            <a:off x="504824" y="23959098"/>
            <a:ext cx="9673038" cy="780816"/>
          </a:xfrm>
          <a:prstGeom prst="rect">
            <a:avLst/>
          </a:prstGeom>
          <a:solidFill>
            <a:srgbClr val="8C1D40"/>
          </a:solidFill>
          <a:ln>
            <a:noFill/>
          </a:ln>
        </p:spPr>
        <p:txBody>
          <a:bodyPr spcFirstLastPara="1" wrap="square" lIns="274300" tIns="73150" rIns="274300" bIns="68550" anchor="ctr" anchorCtr="0">
            <a:noAutofit/>
          </a:bodyPr>
          <a:lstStyle/>
          <a:p>
            <a:pPr marL="0" marR="0" lvl="0" indent="0" algn="ctr" rtl="0">
              <a:spcBef>
                <a:spcPts val="0"/>
              </a:spcBef>
              <a:spcAft>
                <a:spcPts val="0"/>
              </a:spcAft>
              <a:buNone/>
            </a:pPr>
            <a:r>
              <a:rPr lang="en-US" sz="4400" b="1" dirty="0">
                <a:solidFill>
                  <a:schemeClr val="lt1"/>
                </a:solidFill>
                <a:latin typeface="Montserrat SemiBold"/>
                <a:sym typeface="Montserrat SemiBold"/>
              </a:rPr>
              <a:t>Routing</a:t>
            </a:r>
            <a:endParaRPr sz="4400" dirty="0"/>
          </a:p>
        </p:txBody>
      </p:sp>
      <p:sp>
        <p:nvSpPr>
          <p:cNvPr id="20" name="TextBox 19">
            <a:extLst>
              <a:ext uri="{FF2B5EF4-FFF2-40B4-BE49-F238E27FC236}">
                <a16:creationId xmlns:a16="http://schemas.microsoft.com/office/drawing/2014/main" id="{431D31F8-E235-4C65-5402-18BD834F818F}"/>
              </a:ext>
            </a:extLst>
          </p:cNvPr>
          <p:cNvSpPr txBox="1"/>
          <p:nvPr/>
        </p:nvSpPr>
        <p:spPr>
          <a:xfrm>
            <a:off x="892061" y="31061087"/>
            <a:ext cx="10286999" cy="1200329"/>
          </a:xfrm>
          <a:prstGeom prst="rect">
            <a:avLst/>
          </a:prstGeom>
          <a:noFill/>
        </p:spPr>
        <p:txBody>
          <a:bodyPr wrap="square" rtlCol="0">
            <a:spAutoFit/>
          </a:bodyPr>
          <a:lstStyle/>
          <a:p>
            <a:r>
              <a:rPr lang="en-US" sz="3600" i="1" dirty="0"/>
              <a:t>Visualization of Multi-Modal Routing Between Three Points of Interest</a:t>
            </a:r>
          </a:p>
        </p:txBody>
      </p:sp>
      <p:sp>
        <p:nvSpPr>
          <p:cNvPr id="21" name="TextBox 20">
            <a:extLst>
              <a:ext uri="{FF2B5EF4-FFF2-40B4-BE49-F238E27FC236}">
                <a16:creationId xmlns:a16="http://schemas.microsoft.com/office/drawing/2014/main" id="{F842FAA2-C3FF-E047-5BFF-1C6EB8FEDBC3}"/>
              </a:ext>
            </a:extLst>
          </p:cNvPr>
          <p:cNvSpPr txBox="1"/>
          <p:nvPr/>
        </p:nvSpPr>
        <p:spPr>
          <a:xfrm>
            <a:off x="24173422" y="20739641"/>
            <a:ext cx="7467002" cy="646331"/>
          </a:xfrm>
          <a:prstGeom prst="rect">
            <a:avLst/>
          </a:prstGeom>
          <a:noFill/>
        </p:spPr>
        <p:txBody>
          <a:bodyPr wrap="square" rtlCol="0">
            <a:spAutoFit/>
          </a:bodyPr>
          <a:lstStyle/>
          <a:p>
            <a:r>
              <a:rPr lang="en-US" sz="3600" i="1" dirty="0"/>
              <a:t>User Interface of Regression Model</a:t>
            </a:r>
          </a:p>
        </p:txBody>
      </p:sp>
      <p:pic>
        <p:nvPicPr>
          <p:cNvPr id="23" name="Picture 22">
            <a:extLst>
              <a:ext uri="{FF2B5EF4-FFF2-40B4-BE49-F238E27FC236}">
                <a16:creationId xmlns:a16="http://schemas.microsoft.com/office/drawing/2014/main" id="{DD4AE1D2-3A9F-0443-743C-CA212277235D}"/>
              </a:ext>
            </a:extLst>
          </p:cNvPr>
          <p:cNvPicPr>
            <a:picLocks noChangeAspect="1"/>
          </p:cNvPicPr>
          <p:nvPr/>
        </p:nvPicPr>
        <p:blipFill>
          <a:blip r:embed="rId8"/>
          <a:srcRect t="1592" b="1114"/>
          <a:stretch>
            <a:fillRect/>
          </a:stretch>
        </p:blipFill>
        <p:spPr>
          <a:xfrm>
            <a:off x="24055963" y="5161674"/>
            <a:ext cx="7874958" cy="15425135"/>
          </a:xfrm>
          <a:prstGeom prst="rect">
            <a:avLst/>
          </a:prstGeom>
        </p:spPr>
      </p:pic>
      <p:sp>
        <p:nvSpPr>
          <p:cNvPr id="24" name="TextBox 23">
            <a:extLst>
              <a:ext uri="{FF2B5EF4-FFF2-40B4-BE49-F238E27FC236}">
                <a16:creationId xmlns:a16="http://schemas.microsoft.com/office/drawing/2014/main" id="{40E258E9-9EAC-2950-376B-4F92B5E9E30B}"/>
              </a:ext>
            </a:extLst>
          </p:cNvPr>
          <p:cNvSpPr txBox="1"/>
          <p:nvPr/>
        </p:nvSpPr>
        <p:spPr>
          <a:xfrm>
            <a:off x="23200719" y="22631339"/>
            <a:ext cx="9585447" cy="9648795"/>
          </a:xfrm>
          <a:prstGeom prst="rect">
            <a:avLst/>
          </a:prstGeom>
          <a:noFill/>
        </p:spPr>
        <p:txBody>
          <a:bodyPr wrap="square" rtlCol="0">
            <a:spAutoFit/>
          </a:bodyPr>
          <a:lstStyle/>
          <a:p>
            <a:r>
              <a:rPr lang="en-US" sz="3450" b="1" dirty="0"/>
              <a:t>[1] </a:t>
            </a:r>
            <a:r>
              <a:rPr lang="en-US" sz="3450" dirty="0"/>
              <a:t>Bengio, Y., Lodi, A., &amp; </a:t>
            </a:r>
            <a:r>
              <a:rPr lang="en-US" sz="3450" dirty="0" err="1"/>
              <a:t>Prouvost</a:t>
            </a:r>
            <a:r>
              <a:rPr lang="en-US" sz="3450" dirty="0"/>
              <a:t>, A. (2020).</a:t>
            </a:r>
            <a:br>
              <a:rPr lang="en-US" sz="3450" dirty="0"/>
            </a:br>
            <a:r>
              <a:rPr lang="en-US" sz="3450" i="1" dirty="0"/>
              <a:t>Machine Learning for Combinatorial Optimization: A Methodological Tour </a:t>
            </a:r>
            <a:r>
              <a:rPr lang="en-US" sz="3450" i="1" dirty="0" err="1"/>
              <a:t>d’Horizon</a:t>
            </a:r>
            <a:r>
              <a:rPr lang="en-US" sz="3450" dirty="0"/>
              <a:t>.</a:t>
            </a:r>
            <a:br>
              <a:rPr lang="en-US" sz="3450" dirty="0"/>
            </a:br>
            <a:r>
              <a:rPr lang="en-US" sz="3450" dirty="0"/>
              <a:t>European Journal of Operational Research.</a:t>
            </a:r>
          </a:p>
          <a:p>
            <a:r>
              <a:rPr lang="en-US" sz="3450" b="1" dirty="0"/>
              <a:t>[2]</a:t>
            </a:r>
            <a:r>
              <a:rPr lang="en-US" sz="3450" dirty="0"/>
              <a:t> Zhu, H., &amp; </a:t>
            </a:r>
            <a:r>
              <a:rPr lang="en-US" sz="3450" dirty="0" err="1"/>
              <a:t>Ziliaskopoulos</a:t>
            </a:r>
            <a:r>
              <a:rPr lang="en-US" sz="3450" dirty="0"/>
              <a:t>, A. (2023).</a:t>
            </a:r>
            <a:br>
              <a:rPr lang="en-US" sz="3450" dirty="0"/>
            </a:br>
            <a:r>
              <a:rPr lang="en-US" sz="3450" i="1" dirty="0"/>
              <a:t>Multimodal Transportation Routing Optimization Based on Multi-Objective Q-Learning Under Time Uncertainty</a:t>
            </a:r>
            <a:r>
              <a:rPr lang="en-US" sz="3450" dirty="0"/>
              <a:t>.</a:t>
            </a:r>
            <a:br>
              <a:rPr lang="en-US" sz="3450" dirty="0"/>
            </a:br>
            <a:r>
              <a:rPr lang="en-US" sz="3450" dirty="0"/>
              <a:t>Complex &amp; Intelligent Systems, Springer Nature. </a:t>
            </a:r>
          </a:p>
          <a:p>
            <a:r>
              <a:rPr lang="en-US" sz="3450" b="1" dirty="0"/>
              <a:t>[3] </a:t>
            </a:r>
            <a:r>
              <a:rPr lang="en-US" sz="3450" dirty="0"/>
              <a:t>Feng, Z., et al. (2022).</a:t>
            </a:r>
            <a:br>
              <a:rPr lang="en-US" sz="3450" dirty="0"/>
            </a:br>
            <a:r>
              <a:rPr lang="en-US" sz="3450" i="1" dirty="0"/>
              <a:t>Route Optimization via Environment-Aware Deep Network and Reinforcement Learning</a:t>
            </a:r>
            <a:r>
              <a:rPr lang="en-US" sz="3450" dirty="0"/>
              <a:t>.</a:t>
            </a:r>
            <a:br>
              <a:rPr lang="en-US" sz="3450" dirty="0"/>
            </a:br>
            <a:r>
              <a:rPr lang="en-US" sz="3450" dirty="0"/>
              <a:t>ACM Transactions on Intelligent Systems and Technology.</a:t>
            </a:r>
          </a:p>
          <a:p>
            <a:r>
              <a:rPr lang="en-US" sz="3450" b="1" dirty="0"/>
              <a:t>[4] </a:t>
            </a:r>
            <a:r>
              <a:rPr lang="en-US" sz="3450" dirty="0"/>
              <a:t>Google Developers. (2024).</a:t>
            </a:r>
            <a:br>
              <a:rPr lang="en-US" sz="3450" dirty="0"/>
            </a:br>
            <a:r>
              <a:rPr lang="en-US" sz="3450" i="1" dirty="0"/>
              <a:t>Distance Matrix API | Google Maps Platform</a:t>
            </a:r>
            <a:r>
              <a:rPr lang="en-US" sz="3450" dirty="0"/>
              <a:t>.</a:t>
            </a:r>
            <a:br>
              <a:rPr lang="en-US" sz="3450" dirty="0"/>
            </a:br>
            <a:r>
              <a:rPr lang="en-US" sz="3450" dirty="0"/>
              <a:t>https://developers.google.com/maps/documentation/distance-matrix</a:t>
            </a:r>
          </a:p>
        </p:txBody>
      </p:sp>
      <p:pic>
        <p:nvPicPr>
          <p:cNvPr id="30" name="Picture 29" descr="A graph with different colored bars&#10;&#10;AI-generated content may be incorrect.">
            <a:extLst>
              <a:ext uri="{FF2B5EF4-FFF2-40B4-BE49-F238E27FC236}">
                <a16:creationId xmlns:a16="http://schemas.microsoft.com/office/drawing/2014/main" id="{67AFD1F5-79D7-5CE5-9409-EED4BAE4D451}"/>
              </a:ext>
            </a:extLst>
          </p:cNvPr>
          <p:cNvPicPr>
            <a:picLocks noChangeAspect="1"/>
          </p:cNvPicPr>
          <p:nvPr/>
        </p:nvPicPr>
        <p:blipFill>
          <a:blip r:embed="rId9"/>
          <a:srcRect b="4171"/>
          <a:stretch>
            <a:fillRect/>
          </a:stretch>
        </p:blipFill>
        <p:spPr>
          <a:xfrm>
            <a:off x="11048063" y="26865030"/>
            <a:ext cx="9775208" cy="4588494"/>
          </a:xfrm>
          <a:prstGeom prst="rect">
            <a:avLst/>
          </a:prstGeom>
        </p:spPr>
      </p:pic>
      <p:sp>
        <p:nvSpPr>
          <p:cNvPr id="31" name="TextBox 30">
            <a:extLst>
              <a:ext uri="{FF2B5EF4-FFF2-40B4-BE49-F238E27FC236}">
                <a16:creationId xmlns:a16="http://schemas.microsoft.com/office/drawing/2014/main" id="{210FBCE9-F8DE-6778-32FA-96D78374B54C}"/>
              </a:ext>
            </a:extLst>
          </p:cNvPr>
          <p:cNvSpPr txBox="1"/>
          <p:nvPr/>
        </p:nvSpPr>
        <p:spPr>
          <a:xfrm>
            <a:off x="11043674" y="19187788"/>
            <a:ext cx="9788449" cy="2492990"/>
          </a:xfrm>
          <a:prstGeom prst="rect">
            <a:avLst/>
          </a:prstGeom>
          <a:noFill/>
        </p:spPr>
        <p:txBody>
          <a:bodyPr wrap="square" rtlCol="0">
            <a:spAutoFit/>
          </a:bodyPr>
          <a:lstStyle/>
          <a:p>
            <a:r>
              <a:rPr lang="en-US" sz="3900" dirty="0"/>
              <a:t>To evaluate the regression model’s generalizability, a dataset of 52 multimodal travel routes was split into 42 training samples and 10 testing samples.</a:t>
            </a:r>
          </a:p>
        </p:txBody>
      </p:sp>
      <p:sp>
        <p:nvSpPr>
          <p:cNvPr id="32" name="TextBox 31">
            <a:extLst>
              <a:ext uri="{FF2B5EF4-FFF2-40B4-BE49-F238E27FC236}">
                <a16:creationId xmlns:a16="http://schemas.microsoft.com/office/drawing/2014/main" id="{CC2B9035-7C97-55FE-331F-263BA1DEBB60}"/>
              </a:ext>
            </a:extLst>
          </p:cNvPr>
          <p:cNvSpPr txBox="1"/>
          <p:nvPr/>
        </p:nvSpPr>
        <p:spPr>
          <a:xfrm>
            <a:off x="12336379" y="26218699"/>
            <a:ext cx="7467002" cy="646331"/>
          </a:xfrm>
          <a:prstGeom prst="rect">
            <a:avLst/>
          </a:prstGeom>
          <a:noFill/>
        </p:spPr>
        <p:txBody>
          <a:bodyPr wrap="square" rtlCol="0">
            <a:spAutoFit/>
          </a:bodyPr>
          <a:lstStyle/>
          <a:p>
            <a:r>
              <a:rPr lang="en-US" sz="3600" i="1" dirty="0"/>
              <a:t>Mode Winners Across Training Set</a:t>
            </a:r>
          </a:p>
        </p:txBody>
      </p:sp>
      <p:sp>
        <p:nvSpPr>
          <p:cNvPr id="33" name="TextBox 32">
            <a:extLst>
              <a:ext uri="{FF2B5EF4-FFF2-40B4-BE49-F238E27FC236}">
                <a16:creationId xmlns:a16="http://schemas.microsoft.com/office/drawing/2014/main" id="{ECAAB15C-ED4F-36B8-EE7D-AB1FE55A9D4A}"/>
              </a:ext>
            </a:extLst>
          </p:cNvPr>
          <p:cNvSpPr txBox="1"/>
          <p:nvPr/>
        </p:nvSpPr>
        <p:spPr>
          <a:xfrm>
            <a:off x="12719776" y="31453524"/>
            <a:ext cx="7467002" cy="646331"/>
          </a:xfrm>
          <a:prstGeom prst="rect">
            <a:avLst/>
          </a:prstGeom>
          <a:noFill/>
        </p:spPr>
        <p:txBody>
          <a:bodyPr wrap="square" rtlCol="0">
            <a:spAutoFit/>
          </a:bodyPr>
          <a:lstStyle/>
          <a:p>
            <a:r>
              <a:rPr lang="en-US" sz="3600" i="1" dirty="0"/>
              <a:t>Error Rate Through Testing Set</a:t>
            </a:r>
          </a:p>
        </p:txBody>
      </p:sp>
      <p:pic>
        <p:nvPicPr>
          <p:cNvPr id="1047" name="Picture 23">
            <a:extLst>
              <a:ext uri="{FF2B5EF4-FFF2-40B4-BE49-F238E27FC236}">
                <a16:creationId xmlns:a16="http://schemas.microsoft.com/office/drawing/2014/main" id="{B59E7CF4-9B50-2173-47DF-2DDE5BE62D15}"/>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b="3839"/>
          <a:stretch>
            <a:fillRect/>
          </a:stretch>
        </p:blipFill>
        <p:spPr bwMode="auto">
          <a:xfrm>
            <a:off x="11062723" y="21631588"/>
            <a:ext cx="9741497" cy="4588494"/>
          </a:xfrm>
          <a:prstGeom prst="rect">
            <a:avLst/>
          </a:prstGeom>
          <a:noFill/>
          <a:extLst>
            <a:ext uri="{909E8E84-426E-40DD-AFC4-6F175D3DCCD1}">
              <a14:hiddenFill xmlns:a14="http://schemas.microsoft.com/office/drawing/2010/main">
                <a:solidFill>
                  <a:srgbClr val="FFFFFF"/>
                </a:solidFill>
              </a14:hiddenFill>
            </a:ext>
          </a:extLst>
        </p:spPr>
      </p:pic>
      <p:sp>
        <p:nvSpPr>
          <p:cNvPr id="34" name="TextBox 33">
            <a:extLst>
              <a:ext uri="{FF2B5EF4-FFF2-40B4-BE49-F238E27FC236}">
                <a16:creationId xmlns:a16="http://schemas.microsoft.com/office/drawing/2014/main" id="{DBFC30E2-64D4-74AA-A040-B50A2D8FFF58}"/>
              </a:ext>
            </a:extLst>
          </p:cNvPr>
          <p:cNvSpPr txBox="1"/>
          <p:nvPr/>
        </p:nvSpPr>
        <p:spPr>
          <a:xfrm>
            <a:off x="34023224" y="6043010"/>
            <a:ext cx="9436175" cy="15696605"/>
          </a:xfrm>
          <a:prstGeom prst="rect">
            <a:avLst/>
          </a:prstGeom>
          <a:noFill/>
        </p:spPr>
        <p:txBody>
          <a:bodyPr wrap="square" rtlCol="0">
            <a:spAutoFit/>
          </a:bodyPr>
          <a:lstStyle/>
          <a:p>
            <a:pPr marL="571500" indent="-571500">
              <a:buFont typeface="Arial" panose="020B0604020202020204" pitchFamily="34" charset="0"/>
              <a:buChar char="•"/>
            </a:pPr>
            <a:r>
              <a:rPr lang="en-US" sz="3900" dirty="0"/>
              <a:t>The regression model demonstrated strong performance on the test set, with low error rates through transit and driving. Bicycling showed a more moderate error rate with walking showing a relatively higher one; this is due to both modes not having any variance across different times/days.</a:t>
            </a:r>
          </a:p>
          <a:p>
            <a:pPr marL="571500" indent="-571500">
              <a:buFont typeface="Arial" panose="020B0604020202020204" pitchFamily="34" charset="0"/>
              <a:buChar char="•"/>
            </a:pPr>
            <a:r>
              <a:rPr lang="en-US" sz="3900" dirty="0"/>
              <a:t>Q-learning was attempted at the beginning, yet highly mode-biased results caused a shift towards the scoring formula approach with more of an ability to tune route recommendations [2].</a:t>
            </a:r>
          </a:p>
          <a:p>
            <a:pPr marL="571500" indent="-571500">
              <a:buFont typeface="Arial" panose="020B0604020202020204" pitchFamily="34" charset="0"/>
              <a:buChar char="•"/>
            </a:pPr>
            <a:r>
              <a:rPr lang="en-US" sz="3900" dirty="0"/>
              <a:t>From the route scoring formula, driving was considered the top mode through most scenarios, as bicycling was a strong alternative with no emissions raised with decent travel times. Transit was less optimal due to emissions and higher travel times than bicycling in the dense routes collected. With walking rarely being recommended due to higher predicted durations. </a:t>
            </a:r>
          </a:p>
          <a:p>
            <a:pPr marL="571500" indent="-571500">
              <a:buFont typeface="Arial" panose="020B0604020202020204" pitchFamily="34" charset="0"/>
              <a:buChar char="•"/>
            </a:pPr>
            <a:endParaRPr lang="en-US" sz="3900" dirty="0"/>
          </a:p>
        </p:txBody>
      </p:sp>
      <p:sp>
        <p:nvSpPr>
          <p:cNvPr id="36" name="Google Shape;102;p1">
            <a:extLst>
              <a:ext uri="{FF2B5EF4-FFF2-40B4-BE49-F238E27FC236}">
                <a16:creationId xmlns:a16="http://schemas.microsoft.com/office/drawing/2014/main" id="{BC04693F-B39E-3E40-C7CE-6FFC9EEE80F9}"/>
              </a:ext>
            </a:extLst>
          </p:cNvPr>
          <p:cNvSpPr/>
          <p:nvPr/>
        </p:nvSpPr>
        <p:spPr>
          <a:xfrm>
            <a:off x="34023223" y="21399950"/>
            <a:ext cx="9436176" cy="810956"/>
          </a:xfrm>
          <a:prstGeom prst="rect">
            <a:avLst/>
          </a:prstGeom>
          <a:solidFill>
            <a:srgbClr val="8C1D40"/>
          </a:solidFill>
          <a:ln>
            <a:noFill/>
          </a:ln>
        </p:spPr>
        <p:txBody>
          <a:bodyPr spcFirstLastPara="1" wrap="square" lIns="274300" tIns="73150" rIns="274300" bIns="68550" anchor="ctr" anchorCtr="0">
            <a:noAutofit/>
          </a:bodyPr>
          <a:lstStyle/>
          <a:p>
            <a:pPr marL="0" marR="0" lvl="0" indent="0" algn="ctr" rtl="0">
              <a:spcBef>
                <a:spcPts val="0"/>
              </a:spcBef>
              <a:spcAft>
                <a:spcPts val="0"/>
              </a:spcAft>
              <a:buNone/>
            </a:pPr>
            <a:r>
              <a:rPr lang="en-US" sz="4400" b="1" i="0" u="none" strike="noStrike" cap="none" dirty="0">
                <a:solidFill>
                  <a:schemeClr val="lt1"/>
                </a:solidFill>
                <a:latin typeface="Montserrat SemiBold"/>
                <a:ea typeface="Montserrat SemiBold"/>
                <a:cs typeface="Montserrat SemiBold"/>
                <a:sym typeface="Montserrat SemiBold"/>
              </a:rPr>
              <a:t>Conclusion</a:t>
            </a:r>
          </a:p>
        </p:txBody>
      </p:sp>
      <p:sp>
        <p:nvSpPr>
          <p:cNvPr id="37" name="TextBox 36">
            <a:extLst>
              <a:ext uri="{FF2B5EF4-FFF2-40B4-BE49-F238E27FC236}">
                <a16:creationId xmlns:a16="http://schemas.microsoft.com/office/drawing/2014/main" id="{75D515B2-7E2F-D225-C38D-C869EEA8275B}"/>
              </a:ext>
            </a:extLst>
          </p:cNvPr>
          <p:cNvSpPr txBox="1"/>
          <p:nvPr/>
        </p:nvSpPr>
        <p:spPr>
          <a:xfrm>
            <a:off x="34023224" y="22365287"/>
            <a:ext cx="9436175" cy="6694140"/>
          </a:xfrm>
          <a:prstGeom prst="rect">
            <a:avLst/>
          </a:prstGeom>
          <a:noFill/>
        </p:spPr>
        <p:txBody>
          <a:bodyPr wrap="square" rtlCol="0">
            <a:spAutoFit/>
          </a:bodyPr>
          <a:lstStyle/>
          <a:p>
            <a:r>
              <a:rPr lang="en-US" sz="3900" dirty="0"/>
              <a:t>As the regression model with the scoring formula shown how driving was the most optimal by the system, bicycling was a great low-emission alternative. This shows how the integration of machine learning can offer a strong foundation for routing systems to come. Future steps can scale this project towards improving walking accuracy, having more complex variables like weather, and expanding the routing system towards different cities. </a:t>
            </a:r>
          </a:p>
        </p:txBody>
      </p:sp>
      <p:pic>
        <p:nvPicPr>
          <p:cNvPr id="3" name="Picture 2">
            <a:extLst>
              <a:ext uri="{FF2B5EF4-FFF2-40B4-BE49-F238E27FC236}">
                <a16:creationId xmlns:a16="http://schemas.microsoft.com/office/drawing/2014/main" id="{1CD73BC4-0B8C-ECD9-32DD-4B07EF159311}"/>
              </a:ext>
            </a:extLst>
          </p:cNvPr>
          <p:cNvPicPr>
            <a:picLocks noChangeAspect="1"/>
          </p:cNvPicPr>
          <p:nvPr/>
        </p:nvPicPr>
        <p:blipFill>
          <a:blip r:embed="rId11"/>
          <a:stretch>
            <a:fillRect/>
          </a:stretch>
        </p:blipFill>
        <p:spPr>
          <a:xfrm>
            <a:off x="1802446" y="24934006"/>
            <a:ext cx="7143280" cy="6127081"/>
          </a:xfrm>
          <a:prstGeom prst="rect">
            <a:avLst/>
          </a:prstGeom>
        </p:spPr>
      </p:pic>
    </p:spTree>
  </p:cSld>
  <p:clrMapOvr>
    <a:masterClrMapping/>
  </p:clrMapOvr>
</p:sld>
</file>

<file path=ppt/theme/theme1.xml><?xml version="1.0" encoding="utf-8"?>
<a:theme xmlns:a="http://schemas.openxmlformats.org/drawingml/2006/main" name="Default Design">
  <a:themeElements>
    <a:clrScheme name="Composite">
      <a:dk1>
        <a:srgbClr val="000000"/>
      </a:dk1>
      <a:lt1>
        <a:srgbClr val="FFFFFF"/>
      </a:lt1>
      <a:dk2>
        <a:srgbClr val="5B6973"/>
      </a:dk2>
      <a:lt2>
        <a:srgbClr val="E7ECED"/>
      </a:lt2>
      <a:accent1>
        <a:srgbClr val="98C723"/>
      </a:accent1>
      <a:accent2>
        <a:srgbClr val="59B0B9"/>
      </a:accent2>
      <a:accent3>
        <a:srgbClr val="DEAE00"/>
      </a:accent3>
      <a:accent4>
        <a:srgbClr val="B77BB4"/>
      </a:accent4>
      <a:accent5>
        <a:srgbClr val="E0773C"/>
      </a:accent5>
      <a:accent6>
        <a:srgbClr val="A98D63"/>
      </a:accent6>
      <a:hlink>
        <a:srgbClr val="26CBEC"/>
      </a:hlink>
      <a:folHlink>
        <a:srgbClr val="59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4284</TotalTime>
  <Words>736</Words>
  <Application>Microsoft Office PowerPoint</Application>
  <PresentationFormat>Custom</PresentationFormat>
  <Paragraphs>42</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Montserrat SemiBold</vt:lpstr>
      <vt:lpstr>Domine</vt:lpstr>
      <vt:lpstr>Default Design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Graphicsland/MakeSigns.com</dc:creator>
  <cp:lastModifiedBy>Clifford,Jordan Jason</cp:lastModifiedBy>
  <cp:revision>32</cp:revision>
  <dcterms:modified xsi:type="dcterms:W3CDTF">2025-08-17T23:31:14Z</dcterms:modified>
</cp:coreProperties>
</file>